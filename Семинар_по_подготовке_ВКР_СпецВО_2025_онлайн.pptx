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8" r:id="rId1"/>
  </p:sldMasterIdLst>
  <p:notesMasterIdLst>
    <p:notesMasterId r:id="rId21"/>
  </p:notesMasterIdLst>
  <p:sldIdLst>
    <p:sldId id="256" r:id="rId2"/>
    <p:sldId id="282" r:id="rId3"/>
    <p:sldId id="281" r:id="rId4"/>
    <p:sldId id="258" r:id="rId5"/>
    <p:sldId id="259" r:id="rId6"/>
    <p:sldId id="291" r:id="rId7"/>
    <p:sldId id="290" r:id="rId8"/>
    <p:sldId id="289" r:id="rId9"/>
    <p:sldId id="296" r:id="rId10"/>
    <p:sldId id="260" r:id="rId11"/>
    <p:sldId id="283" r:id="rId12"/>
    <p:sldId id="263" r:id="rId13"/>
    <p:sldId id="261" r:id="rId14"/>
    <p:sldId id="262" r:id="rId15"/>
    <p:sldId id="278" r:id="rId16"/>
    <p:sldId id="295" r:id="rId17"/>
    <p:sldId id="285" r:id="rId18"/>
    <p:sldId id="288" r:id="rId19"/>
    <p:sldId id="287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1F213F-48D3-4F0C-B4E0-D696CAFD3D16}" v="154" dt="2025-10-24T14:38:42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>
        <p:scale>
          <a:sx n="91" d="100"/>
          <a:sy n="91" d="100"/>
        </p:scale>
        <p:origin x="292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vetlana Liapina" userId="dc2be68642e1f927" providerId="LiveId" clId="{291F213F-48D3-4F0C-B4E0-D696CAFD3D16}"/>
    <pc:docChg chg="undo custSel delSld modSld modMainMaster">
      <pc:chgData name="Svetlana Liapina" userId="dc2be68642e1f927" providerId="LiveId" clId="{291F213F-48D3-4F0C-B4E0-D696CAFD3D16}" dt="2025-10-24T14:41:19.624" v="1424" actId="20577"/>
      <pc:docMkLst>
        <pc:docMk/>
      </pc:docMkLst>
      <pc:sldChg chg="modSp mod">
        <pc:chgData name="Svetlana Liapina" userId="dc2be68642e1f927" providerId="LiveId" clId="{291F213F-48D3-4F0C-B4E0-D696CAFD3D16}" dt="2025-10-24T13:06:18.650" v="58" actId="1076"/>
        <pc:sldMkLst>
          <pc:docMk/>
          <pc:sldMk cId="3269069311" sldId="256"/>
        </pc:sldMkLst>
        <pc:spChg chg="mod">
          <ac:chgData name="Svetlana Liapina" userId="dc2be68642e1f927" providerId="LiveId" clId="{291F213F-48D3-4F0C-B4E0-D696CAFD3D16}" dt="2025-10-24T13:06:13.119" v="57" actId="1076"/>
          <ac:spMkLst>
            <pc:docMk/>
            <pc:sldMk cId="3269069311" sldId="256"/>
            <ac:spMk id="2" creationId="{FB41D694-4815-89BD-46D8-DE33DC1D500C}"/>
          </ac:spMkLst>
        </pc:spChg>
        <pc:spChg chg="mod">
          <ac:chgData name="Svetlana Liapina" userId="dc2be68642e1f927" providerId="LiveId" clId="{291F213F-48D3-4F0C-B4E0-D696CAFD3D16}" dt="2025-10-24T13:06:18.650" v="58" actId="1076"/>
          <ac:spMkLst>
            <pc:docMk/>
            <pc:sldMk cId="3269069311" sldId="256"/>
            <ac:spMk id="3" creationId="{A97857BF-D389-675A-080C-5F393E6A8C54}"/>
          </ac:spMkLst>
        </pc:spChg>
      </pc:sldChg>
      <pc:sldChg chg="modSp mod">
        <pc:chgData name="Svetlana Liapina" userId="dc2be68642e1f927" providerId="LiveId" clId="{291F213F-48D3-4F0C-B4E0-D696CAFD3D16}" dt="2025-10-24T13:25:39.452" v="814" actId="6549"/>
        <pc:sldMkLst>
          <pc:docMk/>
          <pc:sldMk cId="432574978" sldId="258"/>
        </pc:sldMkLst>
        <pc:spChg chg="mod">
          <ac:chgData name="Svetlana Liapina" userId="dc2be68642e1f927" providerId="LiveId" clId="{291F213F-48D3-4F0C-B4E0-D696CAFD3D16}" dt="2025-10-24T13:24:51.434" v="789" actId="20577"/>
          <ac:spMkLst>
            <pc:docMk/>
            <pc:sldMk cId="432574978" sldId="258"/>
            <ac:spMk id="2" creationId="{00000000-0000-0000-0000-000000000000}"/>
          </ac:spMkLst>
        </pc:spChg>
        <pc:spChg chg="mod">
          <ac:chgData name="Svetlana Liapina" userId="dc2be68642e1f927" providerId="LiveId" clId="{291F213F-48D3-4F0C-B4E0-D696CAFD3D16}" dt="2025-10-24T13:24:55.476" v="790" actId="6549"/>
          <ac:spMkLst>
            <pc:docMk/>
            <pc:sldMk cId="432574978" sldId="258"/>
            <ac:spMk id="3" creationId="{00000000-0000-0000-0000-000000000000}"/>
          </ac:spMkLst>
        </pc:spChg>
        <pc:spChg chg="mod">
          <ac:chgData name="Svetlana Liapina" userId="dc2be68642e1f927" providerId="LiveId" clId="{291F213F-48D3-4F0C-B4E0-D696CAFD3D16}" dt="2025-10-24T13:25:04.313" v="791" actId="20577"/>
          <ac:spMkLst>
            <pc:docMk/>
            <pc:sldMk cId="432574978" sldId="258"/>
            <ac:spMk id="8" creationId="{00000000-0000-0000-0000-000000000000}"/>
          </ac:spMkLst>
        </pc:spChg>
        <pc:spChg chg="mod">
          <ac:chgData name="Svetlana Liapina" userId="dc2be68642e1f927" providerId="LiveId" clId="{291F213F-48D3-4F0C-B4E0-D696CAFD3D16}" dt="2025-10-24T13:25:39.452" v="814" actId="6549"/>
          <ac:spMkLst>
            <pc:docMk/>
            <pc:sldMk cId="432574978" sldId="258"/>
            <ac:spMk id="9" creationId="{00000000-0000-0000-0000-000000000000}"/>
          </ac:spMkLst>
        </pc:spChg>
      </pc:sldChg>
      <pc:sldChg chg="modSp mod">
        <pc:chgData name="Svetlana Liapina" userId="dc2be68642e1f927" providerId="LiveId" clId="{291F213F-48D3-4F0C-B4E0-D696CAFD3D16}" dt="2025-10-24T13:36:29.142" v="905" actId="14100"/>
        <pc:sldMkLst>
          <pc:docMk/>
          <pc:sldMk cId="2457223591" sldId="259"/>
        </pc:sldMkLst>
        <pc:spChg chg="mod">
          <ac:chgData name="Svetlana Liapina" userId="dc2be68642e1f927" providerId="LiveId" clId="{291F213F-48D3-4F0C-B4E0-D696CAFD3D16}" dt="2025-10-24T13:36:29.142" v="905" actId="14100"/>
          <ac:spMkLst>
            <pc:docMk/>
            <pc:sldMk cId="2457223591" sldId="259"/>
            <ac:spMk id="2" creationId="{00000000-0000-0000-0000-000000000000}"/>
          </ac:spMkLst>
        </pc:spChg>
      </pc:sldChg>
      <pc:sldChg chg="modSp">
        <pc:chgData name="Svetlana Liapina" userId="dc2be68642e1f927" providerId="LiveId" clId="{291F213F-48D3-4F0C-B4E0-D696CAFD3D16}" dt="2025-10-24T13:45:15.690" v="1000" actId="20577"/>
        <pc:sldMkLst>
          <pc:docMk/>
          <pc:sldMk cId="383306087" sldId="260"/>
        </pc:sldMkLst>
        <pc:spChg chg="mod">
          <ac:chgData name="Svetlana Liapina" userId="dc2be68642e1f927" providerId="LiveId" clId="{291F213F-48D3-4F0C-B4E0-D696CAFD3D16}" dt="2025-10-24T13:45:15.690" v="1000" actId="20577"/>
          <ac:spMkLst>
            <pc:docMk/>
            <pc:sldMk cId="383306087" sldId="260"/>
            <ac:spMk id="4" creationId="{00000000-0000-0000-0000-000000000000}"/>
          </ac:spMkLst>
        </pc:spChg>
      </pc:sldChg>
      <pc:sldChg chg="modSp">
        <pc:chgData name="Svetlana Liapina" userId="dc2be68642e1f927" providerId="LiveId" clId="{291F213F-48D3-4F0C-B4E0-D696CAFD3D16}" dt="2025-10-24T14:35:11.866" v="1295" actId="5793"/>
        <pc:sldMkLst>
          <pc:docMk/>
          <pc:sldMk cId="437515254" sldId="261"/>
        </pc:sldMkLst>
        <pc:spChg chg="mod">
          <ac:chgData name="Svetlana Liapina" userId="dc2be68642e1f927" providerId="LiveId" clId="{291F213F-48D3-4F0C-B4E0-D696CAFD3D16}" dt="2025-10-24T14:35:11.866" v="1295" actId="5793"/>
          <ac:spMkLst>
            <pc:docMk/>
            <pc:sldMk cId="437515254" sldId="261"/>
            <ac:spMk id="4" creationId="{00000000-0000-0000-0000-000000000000}"/>
          </ac:spMkLst>
        </pc:spChg>
      </pc:sldChg>
      <pc:sldChg chg="addSp modSp mod modAnim">
        <pc:chgData name="Svetlana Liapina" userId="dc2be68642e1f927" providerId="LiveId" clId="{291F213F-48D3-4F0C-B4E0-D696CAFD3D16}" dt="2025-10-24T14:38:42.621" v="1338"/>
        <pc:sldMkLst>
          <pc:docMk/>
          <pc:sldMk cId="3061013241" sldId="262"/>
        </pc:sldMkLst>
        <pc:spChg chg="add mod">
          <ac:chgData name="Svetlana Liapina" userId="dc2be68642e1f927" providerId="LiveId" clId="{291F213F-48D3-4F0C-B4E0-D696CAFD3D16}" dt="2025-10-24T14:37:19.783" v="1325" actId="1035"/>
          <ac:spMkLst>
            <pc:docMk/>
            <pc:sldMk cId="3061013241" sldId="262"/>
            <ac:spMk id="2" creationId="{FB6867CB-4708-0B7E-F90A-ECBB977F66DD}"/>
          </ac:spMkLst>
        </pc:spChg>
        <pc:spChg chg="add mod">
          <ac:chgData name="Svetlana Liapina" userId="dc2be68642e1f927" providerId="LiveId" clId="{291F213F-48D3-4F0C-B4E0-D696CAFD3D16}" dt="2025-10-24T14:37:23.115" v="1326" actId="1076"/>
          <ac:spMkLst>
            <pc:docMk/>
            <pc:sldMk cId="3061013241" sldId="262"/>
            <ac:spMk id="3" creationId="{9E8231FA-8A9A-9A48-D064-18881C1990FC}"/>
          </ac:spMkLst>
        </pc:spChg>
        <pc:spChg chg="add mod">
          <ac:chgData name="Svetlana Liapina" userId="dc2be68642e1f927" providerId="LiveId" clId="{291F213F-48D3-4F0C-B4E0-D696CAFD3D16}" dt="2025-10-24T14:37:33.947" v="1328" actId="1076"/>
          <ac:spMkLst>
            <pc:docMk/>
            <pc:sldMk cId="3061013241" sldId="262"/>
            <ac:spMk id="4" creationId="{099EB5F6-A7F7-A36D-965F-83902664D9FA}"/>
          </ac:spMkLst>
        </pc:spChg>
        <pc:spChg chg="add mod">
          <ac:chgData name="Svetlana Liapina" userId="dc2be68642e1f927" providerId="LiveId" clId="{291F213F-48D3-4F0C-B4E0-D696CAFD3D16}" dt="2025-10-24T14:37:39.477" v="1330" actId="1076"/>
          <ac:spMkLst>
            <pc:docMk/>
            <pc:sldMk cId="3061013241" sldId="262"/>
            <ac:spMk id="13" creationId="{486B6024-47E1-E2C2-3BB3-BF5C0C0D98F7}"/>
          </ac:spMkLst>
        </pc:spChg>
        <pc:spChg chg="add mod ord">
          <ac:chgData name="Svetlana Liapina" userId="dc2be68642e1f927" providerId="LiveId" clId="{291F213F-48D3-4F0C-B4E0-D696CAFD3D16}" dt="2025-10-24T14:38:35.922" v="1337" actId="13822"/>
          <ac:spMkLst>
            <pc:docMk/>
            <pc:sldMk cId="3061013241" sldId="262"/>
            <ac:spMk id="14" creationId="{F5A16776-9452-8E78-F0EF-48A9A5F0F83E}"/>
          </ac:spMkLst>
        </pc:spChg>
        <pc:graphicFrameChg chg="mod">
          <ac:chgData name="Svetlana Liapina" userId="dc2be68642e1f927" providerId="LiveId" clId="{291F213F-48D3-4F0C-B4E0-D696CAFD3D16}" dt="2025-10-24T14:36:44.130" v="1314" actId="20577"/>
          <ac:graphicFrameMkLst>
            <pc:docMk/>
            <pc:sldMk cId="3061013241" sldId="262"/>
            <ac:graphicFrameMk id="7" creationId="{00000000-0000-0000-0000-000000000000}"/>
          </ac:graphicFrameMkLst>
        </pc:graphicFrameChg>
      </pc:sldChg>
      <pc:sldChg chg="modSp mod">
        <pc:chgData name="Svetlana Liapina" userId="dc2be68642e1f927" providerId="LiveId" clId="{291F213F-48D3-4F0C-B4E0-D696CAFD3D16}" dt="2025-10-24T14:32:24.735" v="1189" actId="20577"/>
        <pc:sldMkLst>
          <pc:docMk/>
          <pc:sldMk cId="813345572" sldId="263"/>
        </pc:sldMkLst>
        <pc:spChg chg="mod">
          <ac:chgData name="Svetlana Liapina" userId="dc2be68642e1f927" providerId="LiveId" clId="{291F213F-48D3-4F0C-B4E0-D696CAFD3D16}" dt="2025-10-24T14:28:36.103" v="1082" actId="20577"/>
          <ac:spMkLst>
            <pc:docMk/>
            <pc:sldMk cId="813345572" sldId="263"/>
            <ac:spMk id="4" creationId="{BFA30FC2-19AC-451D-B733-183E22CB1C34}"/>
          </ac:spMkLst>
        </pc:spChg>
        <pc:spChg chg="mod">
          <ac:chgData name="Svetlana Liapina" userId="dc2be68642e1f927" providerId="LiveId" clId="{291F213F-48D3-4F0C-B4E0-D696CAFD3D16}" dt="2025-10-24T14:32:24.735" v="1189" actId="20577"/>
          <ac:spMkLst>
            <pc:docMk/>
            <pc:sldMk cId="813345572" sldId="263"/>
            <ac:spMk id="9" creationId="{F3FEFFFF-EE0B-440B-B2EF-0F43B2CDBFA4}"/>
          </ac:spMkLst>
        </pc:spChg>
      </pc:sldChg>
      <pc:sldChg chg="modSp mod">
        <pc:chgData name="Svetlana Liapina" userId="dc2be68642e1f927" providerId="LiveId" clId="{291F213F-48D3-4F0C-B4E0-D696CAFD3D16}" dt="2025-10-24T13:24:18.350" v="739" actId="20577"/>
        <pc:sldMkLst>
          <pc:docMk/>
          <pc:sldMk cId="2442897602" sldId="281"/>
        </pc:sldMkLst>
        <pc:spChg chg="mod">
          <ac:chgData name="Svetlana Liapina" userId="dc2be68642e1f927" providerId="LiveId" clId="{291F213F-48D3-4F0C-B4E0-D696CAFD3D16}" dt="2025-10-24T13:24:06.620" v="737" actId="20577"/>
          <ac:spMkLst>
            <pc:docMk/>
            <pc:sldMk cId="2442897602" sldId="281"/>
            <ac:spMk id="2" creationId="{05E5E2FB-99F5-7F2E-B450-A0B19B6B201D}"/>
          </ac:spMkLst>
        </pc:spChg>
        <pc:spChg chg="mod">
          <ac:chgData name="Svetlana Liapina" userId="dc2be68642e1f927" providerId="LiveId" clId="{291F213F-48D3-4F0C-B4E0-D696CAFD3D16}" dt="2025-10-24T13:24:18.350" v="739" actId="20577"/>
          <ac:spMkLst>
            <pc:docMk/>
            <pc:sldMk cId="2442897602" sldId="281"/>
            <ac:spMk id="3" creationId="{8637BD64-1926-E729-0B5D-725A7EF8ADFF}"/>
          </ac:spMkLst>
        </pc:spChg>
      </pc:sldChg>
      <pc:sldChg chg="addSp delSp modSp mod">
        <pc:chgData name="Svetlana Liapina" userId="dc2be68642e1f927" providerId="LiveId" clId="{291F213F-48D3-4F0C-B4E0-D696CAFD3D16}" dt="2025-10-24T13:31:40.928" v="837" actId="108"/>
        <pc:sldMkLst>
          <pc:docMk/>
          <pc:sldMk cId="724840375" sldId="282"/>
        </pc:sldMkLst>
        <pc:spChg chg="mod">
          <ac:chgData name="Svetlana Liapina" userId="dc2be68642e1f927" providerId="LiveId" clId="{291F213F-48D3-4F0C-B4E0-D696CAFD3D16}" dt="2025-10-24T13:23:52.596" v="733" actId="1076"/>
          <ac:spMkLst>
            <pc:docMk/>
            <pc:sldMk cId="724840375" sldId="282"/>
            <ac:spMk id="2" creationId="{F5412A6B-CF0C-5F43-22BA-F2E031812C1C}"/>
          </ac:spMkLst>
        </pc:spChg>
        <pc:spChg chg="add del mod">
          <ac:chgData name="Svetlana Liapina" userId="dc2be68642e1f927" providerId="LiveId" clId="{291F213F-48D3-4F0C-B4E0-D696CAFD3D16}" dt="2025-10-24T13:31:40.928" v="837" actId="108"/>
          <ac:spMkLst>
            <pc:docMk/>
            <pc:sldMk cId="724840375" sldId="282"/>
            <ac:spMk id="5" creationId="{51548EEC-60CA-006F-3F62-A6A2FE8E59E4}"/>
          </ac:spMkLst>
        </pc:spChg>
        <pc:spChg chg="del">
          <ac:chgData name="Svetlana Liapina" userId="dc2be68642e1f927" providerId="LiveId" clId="{291F213F-48D3-4F0C-B4E0-D696CAFD3D16}" dt="2025-10-24T13:07:19.108" v="60" actId="478"/>
          <ac:spMkLst>
            <pc:docMk/>
            <pc:sldMk cId="724840375" sldId="282"/>
            <ac:spMk id="6" creationId="{0227BFF1-D039-5BE7-CF0E-907260134114}"/>
          </ac:spMkLst>
        </pc:spChg>
        <pc:spChg chg="del">
          <ac:chgData name="Svetlana Liapina" userId="dc2be68642e1f927" providerId="LiveId" clId="{291F213F-48D3-4F0C-B4E0-D696CAFD3D16}" dt="2025-10-24T13:07:19.108" v="60" actId="478"/>
          <ac:spMkLst>
            <pc:docMk/>
            <pc:sldMk cId="724840375" sldId="282"/>
            <ac:spMk id="8" creationId="{C91254A6-BF54-5485-41D9-2FB605A7BA43}"/>
          </ac:spMkLst>
        </pc:spChg>
        <pc:spChg chg="del">
          <ac:chgData name="Svetlana Liapina" userId="dc2be68642e1f927" providerId="LiveId" clId="{291F213F-48D3-4F0C-B4E0-D696CAFD3D16}" dt="2025-10-24T13:07:19.108" v="60" actId="478"/>
          <ac:spMkLst>
            <pc:docMk/>
            <pc:sldMk cId="724840375" sldId="282"/>
            <ac:spMk id="9" creationId="{1E3B0753-0D04-636A-A65A-5FD1BF8F3D29}"/>
          </ac:spMkLst>
        </pc:spChg>
        <pc:spChg chg="del">
          <ac:chgData name="Svetlana Liapina" userId="dc2be68642e1f927" providerId="LiveId" clId="{291F213F-48D3-4F0C-B4E0-D696CAFD3D16}" dt="2025-10-24T13:07:19.108" v="60" actId="478"/>
          <ac:spMkLst>
            <pc:docMk/>
            <pc:sldMk cId="724840375" sldId="282"/>
            <ac:spMk id="10" creationId="{72174A09-B340-2B62-B6D3-5526746BA32D}"/>
          </ac:spMkLst>
        </pc:spChg>
        <pc:spChg chg="del">
          <ac:chgData name="Svetlana Liapina" userId="dc2be68642e1f927" providerId="LiveId" clId="{291F213F-48D3-4F0C-B4E0-D696CAFD3D16}" dt="2025-10-24T13:07:19.108" v="60" actId="478"/>
          <ac:spMkLst>
            <pc:docMk/>
            <pc:sldMk cId="724840375" sldId="282"/>
            <ac:spMk id="11" creationId="{499D512B-6879-3677-EEC3-F9388449C61D}"/>
          </ac:spMkLst>
        </pc:spChg>
        <pc:spChg chg="add mod">
          <ac:chgData name="Svetlana Liapina" userId="dc2be68642e1f927" providerId="LiveId" clId="{291F213F-48D3-4F0C-B4E0-D696CAFD3D16}" dt="2025-10-24T13:31:00.677" v="827" actId="1076"/>
          <ac:spMkLst>
            <pc:docMk/>
            <pc:sldMk cId="724840375" sldId="282"/>
            <ac:spMk id="15" creationId="{05E936FC-35CD-24A5-02BD-4B280684B351}"/>
          </ac:spMkLst>
        </pc:spChg>
        <pc:spChg chg="del">
          <ac:chgData name="Svetlana Liapina" userId="dc2be68642e1f927" providerId="LiveId" clId="{291F213F-48D3-4F0C-B4E0-D696CAFD3D16}" dt="2025-10-24T13:07:19.108" v="60" actId="478"/>
          <ac:spMkLst>
            <pc:docMk/>
            <pc:sldMk cId="724840375" sldId="282"/>
            <ac:spMk id="16" creationId="{51EEC896-A9D8-E3AB-774D-BBFB41051CC1}"/>
          </ac:spMkLst>
        </pc:spChg>
        <pc:spChg chg="del">
          <ac:chgData name="Svetlana Liapina" userId="dc2be68642e1f927" providerId="LiveId" clId="{291F213F-48D3-4F0C-B4E0-D696CAFD3D16}" dt="2025-10-24T13:07:19.108" v="60" actId="478"/>
          <ac:spMkLst>
            <pc:docMk/>
            <pc:sldMk cId="724840375" sldId="282"/>
            <ac:spMk id="18" creationId="{9E585734-43DF-7D15-E774-4DDB18D87E16}"/>
          </ac:spMkLst>
        </pc:spChg>
        <pc:spChg chg="del">
          <ac:chgData name="Svetlana Liapina" userId="dc2be68642e1f927" providerId="LiveId" clId="{291F213F-48D3-4F0C-B4E0-D696CAFD3D16}" dt="2025-10-24T13:07:19.108" v="60" actId="478"/>
          <ac:spMkLst>
            <pc:docMk/>
            <pc:sldMk cId="724840375" sldId="282"/>
            <ac:spMk id="19" creationId="{2AB6FFC2-BCC6-DFC5-5B95-762495713EA0}"/>
          </ac:spMkLst>
        </pc:spChg>
        <pc:spChg chg="del">
          <ac:chgData name="Svetlana Liapina" userId="dc2be68642e1f927" providerId="LiveId" clId="{291F213F-48D3-4F0C-B4E0-D696CAFD3D16}" dt="2025-10-24T13:07:19.108" v="60" actId="478"/>
          <ac:spMkLst>
            <pc:docMk/>
            <pc:sldMk cId="724840375" sldId="282"/>
            <ac:spMk id="20" creationId="{275A6B48-459D-538A-E2B3-F6A701F4FE62}"/>
          </ac:spMkLst>
        </pc:spChg>
        <pc:spChg chg="del">
          <ac:chgData name="Svetlana Liapina" userId="dc2be68642e1f927" providerId="LiveId" clId="{291F213F-48D3-4F0C-B4E0-D696CAFD3D16}" dt="2025-10-24T13:07:19.108" v="60" actId="478"/>
          <ac:spMkLst>
            <pc:docMk/>
            <pc:sldMk cId="724840375" sldId="282"/>
            <ac:spMk id="21" creationId="{C360602C-C8BB-A921-2896-0C04AFB052F0}"/>
          </ac:spMkLst>
        </pc:spChg>
        <pc:graphicFrameChg chg="del">
          <ac:chgData name="Svetlana Liapina" userId="dc2be68642e1f927" providerId="LiveId" clId="{291F213F-48D3-4F0C-B4E0-D696CAFD3D16}" dt="2025-10-24T13:07:23.502" v="61" actId="478"/>
          <ac:graphicFrameMkLst>
            <pc:docMk/>
            <pc:sldMk cId="724840375" sldId="282"/>
            <ac:graphicFrameMk id="7" creationId="{2F2F1976-46BB-47ED-B0ED-B3C19F1F67D8}"/>
          </ac:graphicFrameMkLst>
        </pc:graphicFrameChg>
        <pc:graphicFrameChg chg="add mod">
          <ac:chgData name="Svetlana Liapina" userId="dc2be68642e1f927" providerId="LiveId" clId="{291F213F-48D3-4F0C-B4E0-D696CAFD3D16}" dt="2025-10-24T13:07:32.401" v="63"/>
          <ac:graphicFrameMkLst>
            <pc:docMk/>
            <pc:sldMk cId="724840375" sldId="282"/>
            <ac:graphicFrameMk id="12" creationId="{405D2DCA-FB53-49AE-9AF4-A7B03C29C214}"/>
          </ac:graphicFrameMkLst>
        </pc:graphicFrameChg>
        <pc:graphicFrameChg chg="add mod">
          <ac:chgData name="Svetlana Liapina" userId="dc2be68642e1f927" providerId="LiveId" clId="{291F213F-48D3-4F0C-B4E0-D696CAFD3D16}" dt="2025-10-24T13:07:39.865" v="65"/>
          <ac:graphicFrameMkLst>
            <pc:docMk/>
            <pc:sldMk cId="724840375" sldId="282"/>
            <ac:graphicFrameMk id="14" creationId="{9AB6EF29-E552-5E50-5602-1BEFD2AF20E0}"/>
          </ac:graphicFrameMkLst>
        </pc:graphicFrameChg>
      </pc:sldChg>
      <pc:sldChg chg="modSp mod modAnim">
        <pc:chgData name="Svetlana Liapina" userId="dc2be68642e1f927" providerId="LiveId" clId="{291F213F-48D3-4F0C-B4E0-D696CAFD3D16}" dt="2025-10-24T13:49:03.921" v="1030"/>
        <pc:sldMkLst>
          <pc:docMk/>
          <pc:sldMk cId="1056579040" sldId="283"/>
        </pc:sldMkLst>
        <pc:spChg chg="mod">
          <ac:chgData name="Svetlana Liapina" userId="dc2be68642e1f927" providerId="LiveId" clId="{291F213F-48D3-4F0C-B4E0-D696CAFD3D16}" dt="2025-10-24T13:47:18.130" v="1006" actId="1076"/>
          <ac:spMkLst>
            <pc:docMk/>
            <pc:sldMk cId="1056579040" sldId="283"/>
            <ac:spMk id="7" creationId="{F3F028D5-EF6A-8A28-6B9B-6278F319A218}"/>
          </ac:spMkLst>
        </pc:spChg>
        <pc:spChg chg="mod">
          <ac:chgData name="Svetlana Liapina" userId="dc2be68642e1f927" providerId="LiveId" clId="{291F213F-48D3-4F0C-B4E0-D696CAFD3D16}" dt="2025-10-24T13:47:18.130" v="1006" actId="1076"/>
          <ac:spMkLst>
            <pc:docMk/>
            <pc:sldMk cId="1056579040" sldId="283"/>
            <ac:spMk id="8" creationId="{08E0494E-A4CB-CC6F-DDAA-FC55588935C1}"/>
          </ac:spMkLst>
        </pc:spChg>
        <pc:spChg chg="mod">
          <ac:chgData name="Svetlana Liapina" userId="dc2be68642e1f927" providerId="LiveId" clId="{291F213F-48D3-4F0C-B4E0-D696CAFD3D16}" dt="2025-10-24T13:47:18.130" v="1006" actId="1076"/>
          <ac:spMkLst>
            <pc:docMk/>
            <pc:sldMk cId="1056579040" sldId="283"/>
            <ac:spMk id="12" creationId="{32A585C7-28D7-D6A7-F40B-FD8931F6A264}"/>
          </ac:spMkLst>
        </pc:spChg>
        <pc:spChg chg="mod">
          <ac:chgData name="Svetlana Liapina" userId="dc2be68642e1f927" providerId="LiveId" clId="{291F213F-48D3-4F0C-B4E0-D696CAFD3D16}" dt="2025-10-24T13:47:18.130" v="1006" actId="1076"/>
          <ac:spMkLst>
            <pc:docMk/>
            <pc:sldMk cId="1056579040" sldId="283"/>
            <ac:spMk id="13" creationId="{571F5712-87F9-5931-48E5-46326E6E9AA1}"/>
          </ac:spMkLst>
        </pc:spChg>
        <pc:spChg chg="mod">
          <ac:chgData name="Svetlana Liapina" userId="dc2be68642e1f927" providerId="LiveId" clId="{291F213F-48D3-4F0C-B4E0-D696CAFD3D16}" dt="2025-10-24T13:47:18.130" v="1006" actId="1076"/>
          <ac:spMkLst>
            <pc:docMk/>
            <pc:sldMk cId="1056579040" sldId="283"/>
            <ac:spMk id="14" creationId="{CD29A950-EDFC-014E-C52D-822377DE44B9}"/>
          </ac:spMkLst>
        </pc:spChg>
        <pc:spChg chg="mod">
          <ac:chgData name="Svetlana Liapina" userId="dc2be68642e1f927" providerId="LiveId" clId="{291F213F-48D3-4F0C-B4E0-D696CAFD3D16}" dt="2025-10-24T13:47:27.195" v="1027" actId="1038"/>
          <ac:spMkLst>
            <pc:docMk/>
            <pc:sldMk cId="1056579040" sldId="283"/>
            <ac:spMk id="15" creationId="{A8BFE8A5-D2A5-994A-7C1B-830A21285785}"/>
          </ac:spMkLst>
        </pc:spChg>
        <pc:spChg chg="mod">
          <ac:chgData name="Svetlana Liapina" userId="dc2be68642e1f927" providerId="LiveId" clId="{291F213F-48D3-4F0C-B4E0-D696CAFD3D16}" dt="2025-10-24T13:47:27.195" v="1027" actId="1038"/>
          <ac:spMkLst>
            <pc:docMk/>
            <pc:sldMk cId="1056579040" sldId="283"/>
            <ac:spMk id="16" creationId="{7CF2348A-56EC-B940-F070-4CC6A9C44112}"/>
          </ac:spMkLst>
        </pc:spChg>
        <pc:spChg chg="mod">
          <ac:chgData name="Svetlana Liapina" userId="dc2be68642e1f927" providerId="LiveId" clId="{291F213F-48D3-4F0C-B4E0-D696CAFD3D16}" dt="2025-10-24T13:47:27.195" v="1027" actId="1038"/>
          <ac:spMkLst>
            <pc:docMk/>
            <pc:sldMk cId="1056579040" sldId="283"/>
            <ac:spMk id="17" creationId="{0E241569-C6A3-50DC-C0F7-02713F344414}"/>
          </ac:spMkLst>
        </pc:spChg>
        <pc:spChg chg="mod">
          <ac:chgData name="Svetlana Liapina" userId="dc2be68642e1f927" providerId="LiveId" clId="{291F213F-48D3-4F0C-B4E0-D696CAFD3D16}" dt="2025-10-24T13:47:27.195" v="1027" actId="1038"/>
          <ac:spMkLst>
            <pc:docMk/>
            <pc:sldMk cId="1056579040" sldId="283"/>
            <ac:spMk id="18" creationId="{B117DDD6-4A9A-41B4-6A8D-3770F1B52FCF}"/>
          </ac:spMkLst>
        </pc:spChg>
        <pc:cxnChg chg="mod">
          <ac:chgData name="Svetlana Liapina" userId="dc2be68642e1f927" providerId="LiveId" clId="{291F213F-48D3-4F0C-B4E0-D696CAFD3D16}" dt="2025-10-24T13:47:18.130" v="1006" actId="1076"/>
          <ac:cxnSpMkLst>
            <pc:docMk/>
            <pc:sldMk cId="1056579040" sldId="283"/>
            <ac:cxnSpMk id="25" creationId="{CBF90D9B-C210-3C59-61F6-9A6612312337}"/>
          </ac:cxnSpMkLst>
        </pc:cxnChg>
        <pc:cxnChg chg="mod">
          <ac:chgData name="Svetlana Liapina" userId="dc2be68642e1f927" providerId="LiveId" clId="{291F213F-48D3-4F0C-B4E0-D696CAFD3D16}" dt="2025-10-24T13:47:18.130" v="1006" actId="1076"/>
          <ac:cxnSpMkLst>
            <pc:docMk/>
            <pc:sldMk cId="1056579040" sldId="283"/>
            <ac:cxnSpMk id="26" creationId="{546B9A59-6921-FBE8-992C-3E0AE8C760F8}"/>
          </ac:cxnSpMkLst>
        </pc:cxnChg>
        <pc:cxnChg chg="mod">
          <ac:chgData name="Svetlana Liapina" userId="dc2be68642e1f927" providerId="LiveId" clId="{291F213F-48D3-4F0C-B4E0-D696CAFD3D16}" dt="2025-10-24T13:47:27.195" v="1027" actId="1038"/>
          <ac:cxnSpMkLst>
            <pc:docMk/>
            <pc:sldMk cId="1056579040" sldId="283"/>
            <ac:cxnSpMk id="35" creationId="{EF535354-B373-63AB-D15A-95CCB30179B1}"/>
          </ac:cxnSpMkLst>
        </pc:cxnChg>
        <pc:cxnChg chg="mod">
          <ac:chgData name="Svetlana Liapina" userId="dc2be68642e1f927" providerId="LiveId" clId="{291F213F-48D3-4F0C-B4E0-D696CAFD3D16}" dt="2025-10-24T13:47:27.195" v="1027" actId="1038"/>
          <ac:cxnSpMkLst>
            <pc:docMk/>
            <pc:sldMk cId="1056579040" sldId="283"/>
            <ac:cxnSpMk id="37" creationId="{9F344B7C-CDCC-496C-E91B-C6BDDAD81DAE}"/>
          </ac:cxnSpMkLst>
        </pc:cxnChg>
        <pc:cxnChg chg="mod">
          <ac:chgData name="Svetlana Liapina" userId="dc2be68642e1f927" providerId="LiveId" clId="{291F213F-48D3-4F0C-B4E0-D696CAFD3D16}" dt="2025-10-24T13:47:27.195" v="1027" actId="1038"/>
          <ac:cxnSpMkLst>
            <pc:docMk/>
            <pc:sldMk cId="1056579040" sldId="283"/>
            <ac:cxnSpMk id="41" creationId="{ED76D733-D993-3198-95BE-DF55C7C821E1}"/>
          </ac:cxnSpMkLst>
        </pc:cxnChg>
        <pc:cxnChg chg="mod">
          <ac:chgData name="Svetlana Liapina" userId="dc2be68642e1f927" providerId="LiveId" clId="{291F213F-48D3-4F0C-B4E0-D696CAFD3D16}" dt="2025-10-24T13:47:37.813" v="1028" actId="14100"/>
          <ac:cxnSpMkLst>
            <pc:docMk/>
            <pc:sldMk cId="1056579040" sldId="283"/>
            <ac:cxnSpMk id="47" creationId="{D4ED04C5-F32C-7975-B6C0-F14A74E6C9D7}"/>
          </ac:cxnSpMkLst>
        </pc:cxnChg>
        <pc:cxnChg chg="mod">
          <ac:chgData name="Svetlana Liapina" userId="dc2be68642e1f927" providerId="LiveId" clId="{291F213F-48D3-4F0C-B4E0-D696CAFD3D16}" dt="2025-10-24T13:47:27.195" v="1027" actId="1038"/>
          <ac:cxnSpMkLst>
            <pc:docMk/>
            <pc:sldMk cId="1056579040" sldId="283"/>
            <ac:cxnSpMk id="50" creationId="{DE927EA5-FFE7-6241-395A-9C16250A461E}"/>
          </ac:cxnSpMkLst>
        </pc:cxnChg>
        <pc:cxnChg chg="mod">
          <ac:chgData name="Svetlana Liapina" userId="dc2be68642e1f927" providerId="LiveId" clId="{291F213F-48D3-4F0C-B4E0-D696CAFD3D16}" dt="2025-10-24T13:47:27.195" v="1027" actId="1038"/>
          <ac:cxnSpMkLst>
            <pc:docMk/>
            <pc:sldMk cId="1056579040" sldId="283"/>
            <ac:cxnSpMk id="54" creationId="{956BAE40-C101-8308-851D-FA5DADCB4C3E}"/>
          </ac:cxnSpMkLst>
        </pc:cxnChg>
      </pc:sldChg>
      <pc:sldChg chg="modSp mod">
        <pc:chgData name="Svetlana Liapina" userId="dc2be68642e1f927" providerId="LiveId" clId="{291F213F-48D3-4F0C-B4E0-D696CAFD3D16}" dt="2025-10-24T14:41:19.624" v="1424" actId="20577"/>
        <pc:sldMkLst>
          <pc:docMk/>
          <pc:sldMk cId="1333941605" sldId="285"/>
        </pc:sldMkLst>
        <pc:spChg chg="mod">
          <ac:chgData name="Svetlana Liapina" userId="dc2be68642e1f927" providerId="LiveId" clId="{291F213F-48D3-4F0C-B4E0-D696CAFD3D16}" dt="2025-10-24T14:41:19.624" v="1424" actId="20577"/>
          <ac:spMkLst>
            <pc:docMk/>
            <pc:sldMk cId="1333941605" sldId="285"/>
            <ac:spMk id="3" creationId="{1485FF1A-EAEC-F283-069A-4C39E1E44BA6}"/>
          </ac:spMkLst>
        </pc:spChg>
      </pc:sldChg>
      <pc:sldChg chg="modSp mod">
        <pc:chgData name="Svetlana Liapina" userId="dc2be68642e1f927" providerId="LiveId" clId="{291F213F-48D3-4F0C-B4E0-D696CAFD3D16}" dt="2025-10-24T13:43:25.557" v="972" actId="20577"/>
        <pc:sldMkLst>
          <pc:docMk/>
          <pc:sldMk cId="2350504655" sldId="289"/>
        </pc:sldMkLst>
        <pc:spChg chg="mod">
          <ac:chgData name="Svetlana Liapina" userId="dc2be68642e1f927" providerId="LiveId" clId="{291F213F-48D3-4F0C-B4E0-D696CAFD3D16}" dt="2025-10-24T13:43:15.938" v="969" actId="6549"/>
          <ac:spMkLst>
            <pc:docMk/>
            <pc:sldMk cId="2350504655" sldId="289"/>
            <ac:spMk id="2" creationId="{EB509A72-E009-B82E-3221-CC40EE80DFB1}"/>
          </ac:spMkLst>
        </pc:spChg>
        <pc:spChg chg="mod">
          <ac:chgData name="Svetlana Liapina" userId="dc2be68642e1f927" providerId="LiveId" clId="{291F213F-48D3-4F0C-B4E0-D696CAFD3D16}" dt="2025-10-24T13:43:25.557" v="972" actId="20577"/>
          <ac:spMkLst>
            <pc:docMk/>
            <pc:sldMk cId="2350504655" sldId="289"/>
            <ac:spMk id="3" creationId="{80CDA373-F751-FFB1-16C6-EA13315F144C}"/>
          </ac:spMkLst>
        </pc:spChg>
      </pc:sldChg>
      <pc:sldChg chg="addSp delSp modSp mod modAnim">
        <pc:chgData name="Svetlana Liapina" userId="dc2be68642e1f927" providerId="LiveId" clId="{291F213F-48D3-4F0C-B4E0-D696CAFD3D16}" dt="2025-10-24T13:42:52.239" v="968" actId="1076"/>
        <pc:sldMkLst>
          <pc:docMk/>
          <pc:sldMk cId="1964697803" sldId="290"/>
        </pc:sldMkLst>
        <pc:spChg chg="mod">
          <ac:chgData name="Svetlana Liapina" userId="dc2be68642e1f927" providerId="LiveId" clId="{291F213F-48D3-4F0C-B4E0-D696CAFD3D16}" dt="2025-10-24T13:37:56.635" v="954" actId="14100"/>
          <ac:spMkLst>
            <pc:docMk/>
            <pc:sldMk cId="1964697803" sldId="290"/>
            <ac:spMk id="2" creationId="{9128A39D-FA34-D91B-E66B-19522205514D}"/>
          </ac:spMkLst>
        </pc:spChg>
        <pc:spChg chg="mod">
          <ac:chgData name="Svetlana Liapina" userId="dc2be68642e1f927" providerId="LiveId" clId="{291F213F-48D3-4F0C-B4E0-D696CAFD3D16}" dt="2025-10-24T13:38:10.152" v="957" actId="6549"/>
          <ac:spMkLst>
            <pc:docMk/>
            <pc:sldMk cId="1964697803" sldId="290"/>
            <ac:spMk id="3" creationId="{4DFA03DF-0018-CC90-3F1D-2A317CD5A577}"/>
          </ac:spMkLst>
        </pc:spChg>
        <pc:picChg chg="add">
          <ac:chgData name="Svetlana Liapina" userId="dc2be68642e1f927" providerId="LiveId" clId="{291F213F-48D3-4F0C-B4E0-D696CAFD3D16}" dt="2025-10-24T13:40:09.159" v="959"/>
          <ac:picMkLst>
            <pc:docMk/>
            <pc:sldMk cId="1964697803" sldId="290"/>
            <ac:picMk id="6" creationId="{11DCA6C0-C174-419A-C182-5C15F6EBCD2A}"/>
          </ac:picMkLst>
        </pc:picChg>
        <pc:picChg chg="del mod">
          <ac:chgData name="Svetlana Liapina" userId="dc2be68642e1f927" providerId="LiveId" clId="{291F213F-48D3-4F0C-B4E0-D696CAFD3D16}" dt="2025-10-24T13:42:16.068" v="963" actId="478"/>
          <ac:picMkLst>
            <pc:docMk/>
            <pc:sldMk cId="1964697803" sldId="290"/>
            <ac:picMk id="7" creationId="{001E667C-4E0E-97AE-7098-55D9AA4778FF}"/>
          </ac:picMkLst>
        </pc:picChg>
        <pc:picChg chg="add mod modCrop">
          <ac:chgData name="Svetlana Liapina" userId="dc2be68642e1f927" providerId="LiveId" clId="{291F213F-48D3-4F0C-B4E0-D696CAFD3D16}" dt="2025-10-24T13:42:52.239" v="968" actId="1076"/>
          <ac:picMkLst>
            <pc:docMk/>
            <pc:sldMk cId="1964697803" sldId="290"/>
            <ac:picMk id="8" creationId="{3E7C60F9-0538-2455-CBD2-E01569392DA1}"/>
          </ac:picMkLst>
        </pc:picChg>
      </pc:sldChg>
      <pc:sldChg chg="modSp mod">
        <pc:chgData name="Svetlana Liapina" userId="dc2be68642e1f927" providerId="LiveId" clId="{291F213F-48D3-4F0C-B4E0-D696CAFD3D16}" dt="2025-10-24T13:27:02.049" v="825" actId="113"/>
        <pc:sldMkLst>
          <pc:docMk/>
          <pc:sldMk cId="569756948" sldId="291"/>
        </pc:sldMkLst>
        <pc:spChg chg="mod">
          <ac:chgData name="Svetlana Liapina" userId="dc2be68642e1f927" providerId="LiveId" clId="{291F213F-48D3-4F0C-B4E0-D696CAFD3D16}" dt="2025-10-24T13:26:57.526" v="822" actId="1076"/>
          <ac:spMkLst>
            <pc:docMk/>
            <pc:sldMk cId="569756948" sldId="291"/>
            <ac:spMk id="5" creationId="{6107E794-D7E8-A4F5-3EDE-E5602B5BF0D2}"/>
          </ac:spMkLst>
        </pc:spChg>
        <pc:spChg chg="mod">
          <ac:chgData name="Svetlana Liapina" userId="dc2be68642e1f927" providerId="LiveId" clId="{291F213F-48D3-4F0C-B4E0-D696CAFD3D16}" dt="2025-10-24T13:27:02.049" v="825" actId="113"/>
          <ac:spMkLst>
            <pc:docMk/>
            <pc:sldMk cId="569756948" sldId="291"/>
            <ac:spMk id="6" creationId="{62C5D3B4-06F0-7111-CAF6-210E31AE9DD8}"/>
          </ac:spMkLst>
        </pc:spChg>
        <pc:graphicFrameChg chg="mod">
          <ac:chgData name="Svetlana Liapina" userId="dc2be68642e1f927" providerId="LiveId" clId="{291F213F-48D3-4F0C-B4E0-D696CAFD3D16}" dt="2025-10-24T13:26:28.457" v="816"/>
          <ac:graphicFrameMkLst>
            <pc:docMk/>
            <pc:sldMk cId="569756948" sldId="291"/>
            <ac:graphicFrameMk id="4" creationId="{26A026C9-E754-1222-E1DF-4DD3907CF50A}"/>
          </ac:graphicFrameMkLst>
        </pc:graphicFrameChg>
      </pc:sldChg>
      <pc:sldChg chg="del">
        <pc:chgData name="Svetlana Liapina" userId="dc2be68642e1f927" providerId="LiveId" clId="{291F213F-48D3-4F0C-B4E0-D696CAFD3D16}" dt="2025-10-24T13:24:26.616" v="740" actId="47"/>
        <pc:sldMkLst>
          <pc:docMk/>
          <pc:sldMk cId="1747825143" sldId="293"/>
        </pc:sldMkLst>
      </pc:sldChg>
      <pc:sldChg chg="modSp mod">
        <pc:chgData name="Svetlana Liapina" userId="dc2be68642e1f927" providerId="LiveId" clId="{291F213F-48D3-4F0C-B4E0-D696CAFD3D16}" dt="2025-10-24T14:39:02.649" v="1339" actId="6549"/>
        <pc:sldMkLst>
          <pc:docMk/>
          <pc:sldMk cId="3078682829" sldId="295"/>
        </pc:sldMkLst>
        <pc:spChg chg="mod">
          <ac:chgData name="Svetlana Liapina" userId="dc2be68642e1f927" providerId="LiveId" clId="{291F213F-48D3-4F0C-B4E0-D696CAFD3D16}" dt="2025-10-24T14:39:02.649" v="1339" actId="6549"/>
          <ac:spMkLst>
            <pc:docMk/>
            <pc:sldMk cId="3078682829" sldId="295"/>
            <ac:spMk id="2" creationId="{7DDF5523-E44A-7D20-8F59-A8BA7717CC83}"/>
          </ac:spMkLst>
        </pc:spChg>
      </pc:sldChg>
      <pc:sldChg chg="modSp mod">
        <pc:chgData name="Svetlana Liapina" userId="dc2be68642e1f927" providerId="LiveId" clId="{291F213F-48D3-4F0C-B4E0-D696CAFD3D16}" dt="2025-10-24T13:43:47.804" v="987" actId="1036"/>
        <pc:sldMkLst>
          <pc:docMk/>
          <pc:sldMk cId="4105783483" sldId="296"/>
        </pc:sldMkLst>
        <pc:picChg chg="mod">
          <ac:chgData name="Svetlana Liapina" userId="dc2be68642e1f927" providerId="LiveId" clId="{291F213F-48D3-4F0C-B4E0-D696CAFD3D16}" dt="2025-10-24T13:43:47.804" v="987" actId="1036"/>
          <ac:picMkLst>
            <pc:docMk/>
            <pc:sldMk cId="4105783483" sldId="296"/>
            <ac:picMk id="14" creationId="{54392B45-58B0-D09A-B32B-62D68D40AEF7}"/>
          </ac:picMkLst>
        </pc:picChg>
        <pc:picChg chg="mod">
          <ac:chgData name="Svetlana Liapina" userId="dc2be68642e1f927" providerId="LiveId" clId="{291F213F-48D3-4F0C-B4E0-D696CAFD3D16}" dt="2025-10-24T13:43:47.804" v="987" actId="1036"/>
          <ac:picMkLst>
            <pc:docMk/>
            <pc:sldMk cId="4105783483" sldId="296"/>
            <ac:picMk id="15" creationId="{514278C5-0B79-92AA-8798-96B4B0761113}"/>
          </ac:picMkLst>
        </pc:picChg>
      </pc:sldChg>
      <pc:sldMasterChg chg="addSp delSp modSp mod">
        <pc:chgData name="Svetlana Liapina" userId="dc2be68642e1f927" providerId="LiveId" clId="{291F213F-48D3-4F0C-B4E0-D696CAFD3D16}" dt="2025-10-24T13:35:55.172" v="860" actId="1036"/>
        <pc:sldMasterMkLst>
          <pc:docMk/>
          <pc:sldMasterMk cId="1433682322" sldId="2147483748"/>
        </pc:sldMasterMkLst>
        <pc:picChg chg="add mod">
          <ac:chgData name="Svetlana Liapina" userId="dc2be68642e1f927" providerId="LiveId" clId="{291F213F-48D3-4F0C-B4E0-D696CAFD3D16}" dt="2025-10-24T13:35:55.172" v="860" actId="1036"/>
          <ac:picMkLst>
            <pc:docMk/>
            <pc:sldMasterMk cId="1433682322" sldId="2147483748"/>
            <ac:picMk id="8" creationId="{A259BFD3-45E4-E0DC-E016-616FA7A46868}"/>
          </ac:picMkLst>
        </pc:picChg>
        <pc:picChg chg="mod">
          <ac:chgData name="Svetlana Liapina" userId="dc2be68642e1f927" providerId="LiveId" clId="{291F213F-48D3-4F0C-B4E0-D696CAFD3D16}" dt="2025-10-24T13:35:46.205" v="848" actId="12788"/>
          <ac:picMkLst>
            <pc:docMk/>
            <pc:sldMasterMk cId="1433682322" sldId="2147483748"/>
            <ac:picMk id="13" creationId="{C91DC008-9E9D-25A2-8B8F-385001A9D9DF}"/>
          </ac:picMkLst>
        </pc:picChg>
        <pc:picChg chg="del">
          <ac:chgData name="Svetlana Liapina" userId="dc2be68642e1f927" providerId="LiveId" clId="{291F213F-48D3-4F0C-B4E0-D696CAFD3D16}" dt="2025-10-24T13:34:45.227" v="838" actId="478"/>
          <ac:picMkLst>
            <pc:docMk/>
            <pc:sldMasterMk cId="1433682322" sldId="2147483748"/>
            <ac:picMk id="2050" creationId="{007EB218-9458-1D42-333F-FC85018A21FC}"/>
          </ac:picMkLst>
        </pc:pic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091D09-3402-4BCD-A37F-301109716BE3}" type="doc">
      <dgm:prSet loTypeId="urn:microsoft.com/office/officeart/2005/8/layout/hierarchy2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AA04C6DA-BB12-48CA-AFBD-E792739AC84D}">
      <dgm:prSet phldrT="[Текст]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  <a:t>Область </a:t>
          </a:r>
          <a:b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</a:br>
          <a: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  <a:t>интересов </a:t>
          </a:r>
          <a:b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</a:br>
          <a: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  <a:t>студента</a:t>
          </a:r>
        </a:p>
      </dgm:t>
    </dgm:pt>
    <dgm:pt modelId="{3F52ADAD-4130-46B9-BE8A-943E9AAF1572}" type="parTrans" cxnId="{81C66ACC-60F1-40FE-B264-ACDD104D877D}">
      <dgm:prSet/>
      <dgm:spPr/>
      <dgm:t>
        <a:bodyPr/>
        <a:lstStyle/>
        <a:p>
          <a:endParaRPr lang="ru-RU" sz="1600">
            <a:solidFill>
              <a:schemeClr val="tx1"/>
            </a:solidFill>
            <a:latin typeface="Arial Narrow" panose="020B0606020202030204" pitchFamily="34" charset="0"/>
          </a:endParaRPr>
        </a:p>
      </dgm:t>
    </dgm:pt>
    <dgm:pt modelId="{9F3ACCC0-498B-4658-91BD-27FDC310458A}" type="sibTrans" cxnId="{81C66ACC-60F1-40FE-B264-ACDD104D877D}">
      <dgm:prSet/>
      <dgm:spPr/>
      <dgm:t>
        <a:bodyPr/>
        <a:lstStyle/>
        <a:p>
          <a:endParaRPr lang="ru-RU" sz="1600">
            <a:solidFill>
              <a:schemeClr val="tx1"/>
            </a:solidFill>
            <a:latin typeface="Arial Narrow" panose="020B0606020202030204" pitchFamily="34" charset="0"/>
          </a:endParaRPr>
        </a:p>
      </dgm:t>
    </dgm:pt>
    <dgm:pt modelId="{8C069558-578C-4D27-9BF0-603EBD518B7E}">
      <dgm:prSet phldrT="[Текст]"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  <a:t>Профессиональная задача </a:t>
          </a:r>
          <a:b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</a:br>
          <a: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  <a:t>по месту работы, соответствующая направлению и профилю обучения)</a:t>
          </a:r>
        </a:p>
      </dgm:t>
    </dgm:pt>
    <dgm:pt modelId="{5DEC5BF2-A3EF-4C43-AC02-BF46F9D6C080}" type="parTrans" cxnId="{81D9FBF7-43EC-4B12-9B77-E5946813A422}">
      <dgm:prSet custT="1"/>
      <dgm:spPr/>
      <dgm:t>
        <a:bodyPr/>
        <a:lstStyle/>
        <a:p>
          <a:endParaRPr lang="ru-RU" sz="1600">
            <a:solidFill>
              <a:schemeClr val="tx1"/>
            </a:solidFill>
            <a:latin typeface="Arial Narrow" panose="020B0606020202030204" pitchFamily="34" charset="0"/>
          </a:endParaRPr>
        </a:p>
      </dgm:t>
    </dgm:pt>
    <dgm:pt modelId="{5AC1970D-8FDC-47D2-A933-F4B647A85914}" type="sibTrans" cxnId="{81D9FBF7-43EC-4B12-9B77-E5946813A422}">
      <dgm:prSet/>
      <dgm:spPr/>
      <dgm:t>
        <a:bodyPr/>
        <a:lstStyle/>
        <a:p>
          <a:endParaRPr lang="ru-RU" sz="1600">
            <a:solidFill>
              <a:schemeClr val="tx1"/>
            </a:solidFill>
            <a:latin typeface="Arial Narrow" panose="020B0606020202030204" pitchFamily="34" charset="0"/>
          </a:endParaRPr>
        </a:p>
      </dgm:t>
    </dgm:pt>
    <dgm:pt modelId="{6F010E47-370A-42C0-969F-53FFAD2BF9F4}">
      <dgm:prSet phldrT="[Текст]"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  <a:t>Уточнение задачи </a:t>
          </a:r>
          <a:b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</a:br>
          <a: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  <a:t>в  соответствии </a:t>
          </a:r>
          <a:b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</a:br>
          <a: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  <a:t>с направлением и </a:t>
          </a:r>
          <a:b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</a:br>
          <a: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  <a:t>профилем обучения</a:t>
          </a:r>
        </a:p>
      </dgm:t>
    </dgm:pt>
    <dgm:pt modelId="{039784F6-BA07-44E0-AB0A-93522BD6CCC0}" type="parTrans" cxnId="{752908CB-B7A7-4543-AA80-CC121ADF1CAF}">
      <dgm:prSet custT="1"/>
      <dgm:spPr/>
      <dgm:t>
        <a:bodyPr/>
        <a:lstStyle/>
        <a:p>
          <a:endParaRPr lang="ru-RU" sz="1600">
            <a:solidFill>
              <a:schemeClr val="tx1"/>
            </a:solidFill>
            <a:latin typeface="Arial Narrow" panose="020B0606020202030204" pitchFamily="34" charset="0"/>
          </a:endParaRPr>
        </a:p>
      </dgm:t>
    </dgm:pt>
    <dgm:pt modelId="{D247255D-F2AE-415A-BB43-07F62CC8AB38}" type="sibTrans" cxnId="{752908CB-B7A7-4543-AA80-CC121ADF1CAF}">
      <dgm:prSet/>
      <dgm:spPr/>
      <dgm:t>
        <a:bodyPr/>
        <a:lstStyle/>
        <a:p>
          <a:endParaRPr lang="ru-RU" sz="1600">
            <a:solidFill>
              <a:schemeClr val="tx1"/>
            </a:solidFill>
            <a:latin typeface="Arial Narrow" panose="020B0606020202030204" pitchFamily="34" charset="0"/>
          </a:endParaRPr>
        </a:p>
      </dgm:t>
    </dgm:pt>
    <dgm:pt modelId="{0EA1E6E3-082D-42F5-8801-12E25648F2E2}">
      <dgm:prSet phldrT="[Текст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  <a:t>Предложения кафедры, </a:t>
          </a:r>
          <a:b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</a:br>
          <a: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  <a:t>НИО и партнеров </a:t>
          </a:r>
          <a:b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</a:br>
          <a:r>
            <a:rPr lang="en-US" sz="2000" dirty="0">
              <a:solidFill>
                <a:schemeClr val="tx1"/>
              </a:solidFill>
              <a:latin typeface="Arial Narrow" panose="020B0606020202030204" pitchFamily="34" charset="0"/>
            </a:rPr>
            <a:t>(</a:t>
          </a:r>
          <a: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  <a:t>список)</a:t>
          </a:r>
        </a:p>
      </dgm:t>
    </dgm:pt>
    <dgm:pt modelId="{070283C7-2748-4F2E-824E-55BFE3DCCA11}" type="parTrans" cxnId="{4B0CF752-C66B-46ED-99C4-2C5ED54A444C}">
      <dgm:prSet custT="1"/>
      <dgm:spPr/>
      <dgm:t>
        <a:bodyPr/>
        <a:lstStyle/>
        <a:p>
          <a:endParaRPr lang="ru-RU" sz="1600">
            <a:solidFill>
              <a:schemeClr val="tx1"/>
            </a:solidFill>
            <a:latin typeface="Arial Narrow" panose="020B0606020202030204" pitchFamily="34" charset="0"/>
          </a:endParaRPr>
        </a:p>
      </dgm:t>
    </dgm:pt>
    <dgm:pt modelId="{456B4C10-4DF1-43FC-8B59-50232AC26292}" type="sibTrans" cxnId="{4B0CF752-C66B-46ED-99C4-2C5ED54A444C}">
      <dgm:prSet/>
      <dgm:spPr/>
      <dgm:t>
        <a:bodyPr/>
        <a:lstStyle/>
        <a:p>
          <a:endParaRPr lang="ru-RU" sz="1600">
            <a:solidFill>
              <a:schemeClr val="tx1"/>
            </a:solidFill>
            <a:latin typeface="Arial Narrow" panose="020B0606020202030204" pitchFamily="34" charset="0"/>
          </a:endParaRPr>
        </a:p>
      </dgm:t>
    </dgm:pt>
    <dgm:pt modelId="{4FE7A1A9-0738-42F9-A3D4-083EACC72C94}">
      <dgm:prSet phldrT="[Текст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ru-RU" sz="2000" dirty="0">
              <a:solidFill>
                <a:schemeClr val="tx1"/>
              </a:solidFill>
              <a:latin typeface="Arial Narrow" panose="020B0606020202030204" pitchFamily="34" charset="0"/>
            </a:rPr>
            <a:t>Уточнение постановки задачи руководителем (консультантом)</a:t>
          </a:r>
        </a:p>
      </dgm:t>
    </dgm:pt>
    <dgm:pt modelId="{241DD05C-EEB7-439A-B5C9-BD3D144E5DEF}" type="parTrans" cxnId="{3E6DC6D7-0FBA-4FD6-A8CC-0D51F6002B26}">
      <dgm:prSet custT="1"/>
      <dgm:spPr/>
      <dgm:t>
        <a:bodyPr/>
        <a:lstStyle/>
        <a:p>
          <a:endParaRPr lang="ru-RU" sz="1600">
            <a:solidFill>
              <a:schemeClr val="tx1"/>
            </a:solidFill>
            <a:latin typeface="Arial Narrow" panose="020B0606020202030204" pitchFamily="34" charset="0"/>
          </a:endParaRPr>
        </a:p>
      </dgm:t>
    </dgm:pt>
    <dgm:pt modelId="{6E4396BF-6C87-4306-8C6B-382B5940D12A}" type="sibTrans" cxnId="{3E6DC6D7-0FBA-4FD6-A8CC-0D51F6002B26}">
      <dgm:prSet/>
      <dgm:spPr/>
      <dgm:t>
        <a:bodyPr/>
        <a:lstStyle/>
        <a:p>
          <a:endParaRPr lang="ru-RU" sz="1600">
            <a:solidFill>
              <a:schemeClr val="tx1"/>
            </a:solidFill>
            <a:latin typeface="Arial Narrow" panose="020B0606020202030204" pitchFamily="34" charset="0"/>
          </a:endParaRPr>
        </a:p>
      </dgm:t>
    </dgm:pt>
    <dgm:pt modelId="{F3FD0C76-7386-4927-82D7-7190F8A5D4F9}">
      <dgm:prSet phldrT="[Текст]" custT="1"/>
      <dgm:spPr>
        <a:solidFill>
          <a:srgbClr val="FF0000"/>
        </a:solidFill>
        <a:ln>
          <a:solidFill>
            <a:srgbClr val="C00000"/>
          </a:solidFill>
        </a:ln>
      </dgm:spPr>
      <dgm:t>
        <a:bodyPr/>
        <a:lstStyle/>
        <a:p>
          <a:r>
            <a:rPr lang="ru-RU" sz="2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Принудительное назначение темы исходя </a:t>
          </a:r>
          <a:br>
            <a:rPr lang="ru-RU" sz="2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</a:br>
          <a:r>
            <a:rPr lang="ru-RU" sz="2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из интересов кафедры</a:t>
          </a:r>
        </a:p>
      </dgm:t>
    </dgm:pt>
    <dgm:pt modelId="{78615CC8-DE47-41F2-907D-49C0BA8AEF1B}" type="parTrans" cxnId="{E077749E-7A3E-45D0-A965-4946B7AE14C7}">
      <dgm:prSet/>
      <dgm:spPr/>
      <dgm:t>
        <a:bodyPr/>
        <a:lstStyle/>
        <a:p>
          <a:endParaRPr lang="ru-RU"/>
        </a:p>
      </dgm:t>
    </dgm:pt>
    <dgm:pt modelId="{0C250525-929F-49D0-BEE5-49D003AEDAAE}" type="sibTrans" cxnId="{E077749E-7A3E-45D0-A965-4946B7AE14C7}">
      <dgm:prSet/>
      <dgm:spPr/>
      <dgm:t>
        <a:bodyPr/>
        <a:lstStyle/>
        <a:p>
          <a:endParaRPr lang="ru-RU"/>
        </a:p>
      </dgm:t>
    </dgm:pt>
    <dgm:pt modelId="{A33A220A-9EE9-4F8E-B8FD-6AA0A8534B8B}" type="pres">
      <dgm:prSet presAssocID="{B3091D09-3402-4BCD-A37F-301109716BE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8AA3C59-0E90-4B25-9115-C94842EEA38C}" type="pres">
      <dgm:prSet presAssocID="{AA04C6DA-BB12-48CA-AFBD-E792739AC84D}" presName="root1" presStyleCnt="0"/>
      <dgm:spPr/>
    </dgm:pt>
    <dgm:pt modelId="{2D9EB164-C63F-4AE1-9BFC-2E4AA0AF4E71}" type="pres">
      <dgm:prSet presAssocID="{AA04C6DA-BB12-48CA-AFBD-E792739AC84D}" presName="LevelOneTextNode" presStyleLbl="node0" presStyleIdx="0" presStyleCnt="1">
        <dgm:presLayoutVars>
          <dgm:chPref val="3"/>
        </dgm:presLayoutVars>
      </dgm:prSet>
      <dgm:spPr/>
    </dgm:pt>
    <dgm:pt modelId="{1BD9F52A-0FF6-4985-A75E-02545A6A5AC9}" type="pres">
      <dgm:prSet presAssocID="{AA04C6DA-BB12-48CA-AFBD-E792739AC84D}" presName="level2hierChild" presStyleCnt="0"/>
      <dgm:spPr/>
    </dgm:pt>
    <dgm:pt modelId="{7EFF2D72-0FBF-470A-BEAC-3F533FC4D781}" type="pres">
      <dgm:prSet presAssocID="{5DEC5BF2-A3EF-4C43-AC02-BF46F9D6C080}" presName="conn2-1" presStyleLbl="parChTrans1D2" presStyleIdx="0" presStyleCnt="3"/>
      <dgm:spPr/>
    </dgm:pt>
    <dgm:pt modelId="{E0D3BD3D-4A80-4F3E-A842-A1FFCDAB6E6D}" type="pres">
      <dgm:prSet presAssocID="{5DEC5BF2-A3EF-4C43-AC02-BF46F9D6C080}" presName="connTx" presStyleLbl="parChTrans1D2" presStyleIdx="0" presStyleCnt="3"/>
      <dgm:spPr/>
    </dgm:pt>
    <dgm:pt modelId="{E535903C-A1DD-47DF-826E-4D107751D78D}" type="pres">
      <dgm:prSet presAssocID="{8C069558-578C-4D27-9BF0-603EBD518B7E}" presName="root2" presStyleCnt="0"/>
      <dgm:spPr/>
    </dgm:pt>
    <dgm:pt modelId="{773B9BA4-A019-4DEB-BDB1-9DF2C517C1B7}" type="pres">
      <dgm:prSet presAssocID="{8C069558-578C-4D27-9BF0-603EBD518B7E}" presName="LevelTwoTextNode" presStyleLbl="node2" presStyleIdx="0" presStyleCnt="3" custScaleX="140450">
        <dgm:presLayoutVars>
          <dgm:chPref val="3"/>
        </dgm:presLayoutVars>
      </dgm:prSet>
      <dgm:spPr/>
    </dgm:pt>
    <dgm:pt modelId="{BBCDD7D5-DFC4-4BFF-89D7-79531774EFAF}" type="pres">
      <dgm:prSet presAssocID="{8C069558-578C-4D27-9BF0-603EBD518B7E}" presName="level3hierChild" presStyleCnt="0"/>
      <dgm:spPr/>
    </dgm:pt>
    <dgm:pt modelId="{4F311B52-BC48-4135-BE00-A31894DBD410}" type="pres">
      <dgm:prSet presAssocID="{039784F6-BA07-44E0-AB0A-93522BD6CCC0}" presName="conn2-1" presStyleLbl="parChTrans1D3" presStyleIdx="0" presStyleCnt="2"/>
      <dgm:spPr/>
    </dgm:pt>
    <dgm:pt modelId="{5BA30DDC-153E-413B-9654-D563B825811D}" type="pres">
      <dgm:prSet presAssocID="{039784F6-BA07-44E0-AB0A-93522BD6CCC0}" presName="connTx" presStyleLbl="parChTrans1D3" presStyleIdx="0" presStyleCnt="2"/>
      <dgm:spPr/>
    </dgm:pt>
    <dgm:pt modelId="{FAE8D74A-E4DC-41E6-AD06-5A59405AF066}" type="pres">
      <dgm:prSet presAssocID="{6F010E47-370A-42C0-969F-53FFAD2BF9F4}" presName="root2" presStyleCnt="0"/>
      <dgm:spPr/>
    </dgm:pt>
    <dgm:pt modelId="{D87F75DB-8CE8-4161-81CC-7D8F111122B2}" type="pres">
      <dgm:prSet presAssocID="{6F010E47-370A-42C0-969F-53FFAD2BF9F4}" presName="LevelTwoTextNode" presStyleLbl="node3" presStyleIdx="0" presStyleCnt="2">
        <dgm:presLayoutVars>
          <dgm:chPref val="3"/>
        </dgm:presLayoutVars>
      </dgm:prSet>
      <dgm:spPr/>
    </dgm:pt>
    <dgm:pt modelId="{7FE570D7-9FE7-4BA8-A3F1-8BBD1F808770}" type="pres">
      <dgm:prSet presAssocID="{6F010E47-370A-42C0-969F-53FFAD2BF9F4}" presName="level3hierChild" presStyleCnt="0"/>
      <dgm:spPr/>
    </dgm:pt>
    <dgm:pt modelId="{B764F190-90F7-4F02-8076-9CA9FCD721C2}" type="pres">
      <dgm:prSet presAssocID="{070283C7-2748-4F2E-824E-55BFE3DCCA11}" presName="conn2-1" presStyleLbl="parChTrans1D2" presStyleIdx="1" presStyleCnt="3"/>
      <dgm:spPr/>
    </dgm:pt>
    <dgm:pt modelId="{4B8F5393-4FA2-46FA-B715-7F341F39ED4B}" type="pres">
      <dgm:prSet presAssocID="{070283C7-2748-4F2E-824E-55BFE3DCCA11}" presName="connTx" presStyleLbl="parChTrans1D2" presStyleIdx="1" presStyleCnt="3"/>
      <dgm:spPr/>
    </dgm:pt>
    <dgm:pt modelId="{DD7F739F-5FCE-43B7-95C3-8B8A4CEF2C03}" type="pres">
      <dgm:prSet presAssocID="{0EA1E6E3-082D-42F5-8801-12E25648F2E2}" presName="root2" presStyleCnt="0"/>
      <dgm:spPr/>
    </dgm:pt>
    <dgm:pt modelId="{A1809BA7-B438-4DED-BEE4-25D93DA7C568}" type="pres">
      <dgm:prSet presAssocID="{0EA1E6E3-082D-42F5-8801-12E25648F2E2}" presName="LevelTwoTextNode" presStyleLbl="node2" presStyleIdx="1" presStyleCnt="3" custScaleX="140450">
        <dgm:presLayoutVars>
          <dgm:chPref val="3"/>
        </dgm:presLayoutVars>
      </dgm:prSet>
      <dgm:spPr/>
    </dgm:pt>
    <dgm:pt modelId="{0707BCA0-10B0-4B1A-9571-93A8DD1EAE27}" type="pres">
      <dgm:prSet presAssocID="{0EA1E6E3-082D-42F5-8801-12E25648F2E2}" presName="level3hierChild" presStyleCnt="0"/>
      <dgm:spPr/>
    </dgm:pt>
    <dgm:pt modelId="{FF26A75D-A61F-4A59-877D-91C8D9C87363}" type="pres">
      <dgm:prSet presAssocID="{241DD05C-EEB7-439A-B5C9-BD3D144E5DEF}" presName="conn2-1" presStyleLbl="parChTrans1D3" presStyleIdx="1" presStyleCnt="2"/>
      <dgm:spPr/>
    </dgm:pt>
    <dgm:pt modelId="{66FAE0E4-7F77-4195-BCE1-0F57376DF765}" type="pres">
      <dgm:prSet presAssocID="{241DD05C-EEB7-439A-B5C9-BD3D144E5DEF}" presName="connTx" presStyleLbl="parChTrans1D3" presStyleIdx="1" presStyleCnt="2"/>
      <dgm:spPr/>
    </dgm:pt>
    <dgm:pt modelId="{69242A05-2855-4A1B-A509-8A884EB8F05A}" type="pres">
      <dgm:prSet presAssocID="{4FE7A1A9-0738-42F9-A3D4-083EACC72C94}" presName="root2" presStyleCnt="0"/>
      <dgm:spPr/>
    </dgm:pt>
    <dgm:pt modelId="{E256DAF2-3E00-4556-A5BD-6FCFAF410785}" type="pres">
      <dgm:prSet presAssocID="{4FE7A1A9-0738-42F9-A3D4-083EACC72C94}" presName="LevelTwoTextNode" presStyleLbl="node3" presStyleIdx="1" presStyleCnt="2">
        <dgm:presLayoutVars>
          <dgm:chPref val="3"/>
        </dgm:presLayoutVars>
      </dgm:prSet>
      <dgm:spPr/>
    </dgm:pt>
    <dgm:pt modelId="{EB439C0A-2769-43A5-A7E0-6177DC8A46F3}" type="pres">
      <dgm:prSet presAssocID="{4FE7A1A9-0738-42F9-A3D4-083EACC72C94}" presName="level3hierChild" presStyleCnt="0"/>
      <dgm:spPr/>
    </dgm:pt>
    <dgm:pt modelId="{E30F8EB7-75E3-4106-80A5-32633C1E058A}" type="pres">
      <dgm:prSet presAssocID="{78615CC8-DE47-41F2-907D-49C0BA8AEF1B}" presName="conn2-1" presStyleLbl="parChTrans1D2" presStyleIdx="2" presStyleCnt="3"/>
      <dgm:spPr/>
    </dgm:pt>
    <dgm:pt modelId="{5DD4DDE8-D1BC-46A6-8D4A-1D976C7132E0}" type="pres">
      <dgm:prSet presAssocID="{78615CC8-DE47-41F2-907D-49C0BA8AEF1B}" presName="connTx" presStyleLbl="parChTrans1D2" presStyleIdx="2" presStyleCnt="3"/>
      <dgm:spPr/>
    </dgm:pt>
    <dgm:pt modelId="{832D0671-09C9-41AB-924B-10D8EED068C7}" type="pres">
      <dgm:prSet presAssocID="{F3FD0C76-7386-4927-82D7-7190F8A5D4F9}" presName="root2" presStyleCnt="0"/>
      <dgm:spPr/>
    </dgm:pt>
    <dgm:pt modelId="{D912DCA9-4CB6-4491-AC40-425AB2D98CDC}" type="pres">
      <dgm:prSet presAssocID="{F3FD0C76-7386-4927-82D7-7190F8A5D4F9}" presName="LevelTwoTextNode" presStyleLbl="node2" presStyleIdx="2" presStyleCnt="3" custScaleX="140450">
        <dgm:presLayoutVars>
          <dgm:chPref val="3"/>
        </dgm:presLayoutVars>
      </dgm:prSet>
      <dgm:spPr/>
    </dgm:pt>
    <dgm:pt modelId="{5E2622D2-731F-405C-826A-50BAC5AD7B0B}" type="pres">
      <dgm:prSet presAssocID="{F3FD0C76-7386-4927-82D7-7190F8A5D4F9}" presName="level3hierChild" presStyleCnt="0"/>
      <dgm:spPr/>
    </dgm:pt>
  </dgm:ptLst>
  <dgm:cxnLst>
    <dgm:cxn modelId="{B982E700-7921-4616-9943-1AE8B93B5B7B}" type="presOf" srcId="{241DD05C-EEB7-439A-B5C9-BD3D144E5DEF}" destId="{FF26A75D-A61F-4A59-877D-91C8D9C87363}" srcOrd="0" destOrd="0" presId="urn:microsoft.com/office/officeart/2005/8/layout/hierarchy2"/>
    <dgm:cxn modelId="{63EADC0B-068E-4745-B90A-CB5F183A910C}" type="presOf" srcId="{F3FD0C76-7386-4927-82D7-7190F8A5D4F9}" destId="{D912DCA9-4CB6-4491-AC40-425AB2D98CDC}" srcOrd="0" destOrd="0" presId="urn:microsoft.com/office/officeart/2005/8/layout/hierarchy2"/>
    <dgm:cxn modelId="{7289A211-C0ED-46A1-A041-09C8AE938BBC}" type="presOf" srcId="{070283C7-2748-4F2E-824E-55BFE3DCCA11}" destId="{B764F190-90F7-4F02-8076-9CA9FCD721C2}" srcOrd="0" destOrd="0" presId="urn:microsoft.com/office/officeart/2005/8/layout/hierarchy2"/>
    <dgm:cxn modelId="{5E812B22-6023-4777-9F68-C72470693D44}" type="presOf" srcId="{78615CC8-DE47-41F2-907D-49C0BA8AEF1B}" destId="{E30F8EB7-75E3-4106-80A5-32633C1E058A}" srcOrd="0" destOrd="0" presId="urn:microsoft.com/office/officeart/2005/8/layout/hierarchy2"/>
    <dgm:cxn modelId="{B6917560-C1EA-4FA0-8E65-F4AE8D7E133C}" type="presOf" srcId="{5DEC5BF2-A3EF-4C43-AC02-BF46F9D6C080}" destId="{7EFF2D72-0FBF-470A-BEAC-3F533FC4D781}" srcOrd="0" destOrd="0" presId="urn:microsoft.com/office/officeart/2005/8/layout/hierarchy2"/>
    <dgm:cxn modelId="{B5A61E66-2AE1-46C6-9F98-0268924B56A9}" type="presOf" srcId="{78615CC8-DE47-41F2-907D-49C0BA8AEF1B}" destId="{5DD4DDE8-D1BC-46A6-8D4A-1D976C7132E0}" srcOrd="1" destOrd="0" presId="urn:microsoft.com/office/officeart/2005/8/layout/hierarchy2"/>
    <dgm:cxn modelId="{21809B51-AC8A-4F2A-82B1-5DBF0B3E5666}" type="presOf" srcId="{6F010E47-370A-42C0-969F-53FFAD2BF9F4}" destId="{D87F75DB-8CE8-4161-81CC-7D8F111122B2}" srcOrd="0" destOrd="0" presId="urn:microsoft.com/office/officeart/2005/8/layout/hierarchy2"/>
    <dgm:cxn modelId="{4B0CF752-C66B-46ED-99C4-2C5ED54A444C}" srcId="{AA04C6DA-BB12-48CA-AFBD-E792739AC84D}" destId="{0EA1E6E3-082D-42F5-8801-12E25648F2E2}" srcOrd="1" destOrd="0" parTransId="{070283C7-2748-4F2E-824E-55BFE3DCCA11}" sibTransId="{456B4C10-4DF1-43FC-8B59-50232AC26292}"/>
    <dgm:cxn modelId="{AA06AE53-4655-4158-AA72-5BD1A14A291F}" type="presOf" srcId="{039784F6-BA07-44E0-AB0A-93522BD6CCC0}" destId="{4F311B52-BC48-4135-BE00-A31894DBD410}" srcOrd="0" destOrd="0" presId="urn:microsoft.com/office/officeart/2005/8/layout/hierarchy2"/>
    <dgm:cxn modelId="{C243C57A-F55D-4D02-AD2B-F7EF7E9ACDCB}" type="presOf" srcId="{039784F6-BA07-44E0-AB0A-93522BD6CCC0}" destId="{5BA30DDC-153E-413B-9654-D563B825811D}" srcOrd="1" destOrd="0" presId="urn:microsoft.com/office/officeart/2005/8/layout/hierarchy2"/>
    <dgm:cxn modelId="{9224ED81-182A-4308-903A-0B85B753CCD7}" type="presOf" srcId="{070283C7-2748-4F2E-824E-55BFE3DCCA11}" destId="{4B8F5393-4FA2-46FA-B715-7F341F39ED4B}" srcOrd="1" destOrd="0" presId="urn:microsoft.com/office/officeart/2005/8/layout/hierarchy2"/>
    <dgm:cxn modelId="{96FCA388-AF56-41E5-8D28-678215C8F61B}" type="presOf" srcId="{8C069558-578C-4D27-9BF0-603EBD518B7E}" destId="{773B9BA4-A019-4DEB-BDB1-9DF2C517C1B7}" srcOrd="0" destOrd="0" presId="urn:microsoft.com/office/officeart/2005/8/layout/hierarchy2"/>
    <dgm:cxn modelId="{DF54D999-5755-492A-8913-48E43EE1C4AE}" type="presOf" srcId="{0EA1E6E3-082D-42F5-8801-12E25648F2E2}" destId="{A1809BA7-B438-4DED-BEE4-25D93DA7C568}" srcOrd="0" destOrd="0" presId="urn:microsoft.com/office/officeart/2005/8/layout/hierarchy2"/>
    <dgm:cxn modelId="{83892C9A-4302-43AE-A5D5-083ED1240F93}" type="presOf" srcId="{B3091D09-3402-4BCD-A37F-301109716BE3}" destId="{A33A220A-9EE9-4F8E-B8FD-6AA0A8534B8B}" srcOrd="0" destOrd="0" presId="urn:microsoft.com/office/officeart/2005/8/layout/hierarchy2"/>
    <dgm:cxn modelId="{E077749E-7A3E-45D0-A965-4946B7AE14C7}" srcId="{AA04C6DA-BB12-48CA-AFBD-E792739AC84D}" destId="{F3FD0C76-7386-4927-82D7-7190F8A5D4F9}" srcOrd="2" destOrd="0" parTransId="{78615CC8-DE47-41F2-907D-49C0BA8AEF1B}" sibTransId="{0C250525-929F-49D0-BEE5-49D003AEDAAE}"/>
    <dgm:cxn modelId="{752908CB-B7A7-4543-AA80-CC121ADF1CAF}" srcId="{8C069558-578C-4D27-9BF0-603EBD518B7E}" destId="{6F010E47-370A-42C0-969F-53FFAD2BF9F4}" srcOrd="0" destOrd="0" parTransId="{039784F6-BA07-44E0-AB0A-93522BD6CCC0}" sibTransId="{D247255D-F2AE-415A-BB43-07F62CC8AB38}"/>
    <dgm:cxn modelId="{81C66ACC-60F1-40FE-B264-ACDD104D877D}" srcId="{B3091D09-3402-4BCD-A37F-301109716BE3}" destId="{AA04C6DA-BB12-48CA-AFBD-E792739AC84D}" srcOrd="0" destOrd="0" parTransId="{3F52ADAD-4130-46B9-BE8A-943E9AAF1572}" sibTransId="{9F3ACCC0-498B-4658-91BD-27FDC310458A}"/>
    <dgm:cxn modelId="{ED1020D5-4673-4275-93B3-EB39D5B3B339}" type="presOf" srcId="{AA04C6DA-BB12-48CA-AFBD-E792739AC84D}" destId="{2D9EB164-C63F-4AE1-9BFC-2E4AA0AF4E71}" srcOrd="0" destOrd="0" presId="urn:microsoft.com/office/officeart/2005/8/layout/hierarchy2"/>
    <dgm:cxn modelId="{3E6DC6D7-0FBA-4FD6-A8CC-0D51F6002B26}" srcId="{0EA1E6E3-082D-42F5-8801-12E25648F2E2}" destId="{4FE7A1A9-0738-42F9-A3D4-083EACC72C94}" srcOrd="0" destOrd="0" parTransId="{241DD05C-EEB7-439A-B5C9-BD3D144E5DEF}" sibTransId="{6E4396BF-6C87-4306-8C6B-382B5940D12A}"/>
    <dgm:cxn modelId="{CB4583E6-38DE-4BD3-B045-AA807CE5518D}" type="presOf" srcId="{4FE7A1A9-0738-42F9-A3D4-083EACC72C94}" destId="{E256DAF2-3E00-4556-A5BD-6FCFAF410785}" srcOrd="0" destOrd="0" presId="urn:microsoft.com/office/officeart/2005/8/layout/hierarchy2"/>
    <dgm:cxn modelId="{F3ADA2F1-FF0D-4A49-9EAE-4111E6250E1D}" type="presOf" srcId="{5DEC5BF2-A3EF-4C43-AC02-BF46F9D6C080}" destId="{E0D3BD3D-4A80-4F3E-A842-A1FFCDAB6E6D}" srcOrd="1" destOrd="0" presId="urn:microsoft.com/office/officeart/2005/8/layout/hierarchy2"/>
    <dgm:cxn modelId="{10A0ACF5-2DB3-4751-AEE6-55BCBE793474}" type="presOf" srcId="{241DD05C-EEB7-439A-B5C9-BD3D144E5DEF}" destId="{66FAE0E4-7F77-4195-BCE1-0F57376DF765}" srcOrd="1" destOrd="0" presId="urn:microsoft.com/office/officeart/2005/8/layout/hierarchy2"/>
    <dgm:cxn modelId="{81D9FBF7-43EC-4B12-9B77-E5946813A422}" srcId="{AA04C6DA-BB12-48CA-AFBD-E792739AC84D}" destId="{8C069558-578C-4D27-9BF0-603EBD518B7E}" srcOrd="0" destOrd="0" parTransId="{5DEC5BF2-A3EF-4C43-AC02-BF46F9D6C080}" sibTransId="{5AC1970D-8FDC-47D2-A933-F4B647A85914}"/>
    <dgm:cxn modelId="{BF32458B-1302-47B3-95F9-F9D897DE0D29}" type="presParOf" srcId="{A33A220A-9EE9-4F8E-B8FD-6AA0A8534B8B}" destId="{68AA3C59-0E90-4B25-9115-C94842EEA38C}" srcOrd="0" destOrd="0" presId="urn:microsoft.com/office/officeart/2005/8/layout/hierarchy2"/>
    <dgm:cxn modelId="{0CBA8EBB-8282-4AC0-A29A-89C0B0CE3692}" type="presParOf" srcId="{68AA3C59-0E90-4B25-9115-C94842EEA38C}" destId="{2D9EB164-C63F-4AE1-9BFC-2E4AA0AF4E71}" srcOrd="0" destOrd="0" presId="urn:microsoft.com/office/officeart/2005/8/layout/hierarchy2"/>
    <dgm:cxn modelId="{6F0DE69B-D5FA-41B3-B12A-93A3FFFD6E3A}" type="presParOf" srcId="{68AA3C59-0E90-4B25-9115-C94842EEA38C}" destId="{1BD9F52A-0FF6-4985-A75E-02545A6A5AC9}" srcOrd="1" destOrd="0" presId="urn:microsoft.com/office/officeart/2005/8/layout/hierarchy2"/>
    <dgm:cxn modelId="{CA767AC7-9705-428C-8075-2034421C4078}" type="presParOf" srcId="{1BD9F52A-0FF6-4985-A75E-02545A6A5AC9}" destId="{7EFF2D72-0FBF-470A-BEAC-3F533FC4D781}" srcOrd="0" destOrd="0" presId="urn:microsoft.com/office/officeart/2005/8/layout/hierarchy2"/>
    <dgm:cxn modelId="{AAF0DA31-B6ED-45C4-A18C-8A80194ECD65}" type="presParOf" srcId="{7EFF2D72-0FBF-470A-BEAC-3F533FC4D781}" destId="{E0D3BD3D-4A80-4F3E-A842-A1FFCDAB6E6D}" srcOrd="0" destOrd="0" presId="urn:microsoft.com/office/officeart/2005/8/layout/hierarchy2"/>
    <dgm:cxn modelId="{AF1DE739-5023-4B73-B7D0-93ACC3908031}" type="presParOf" srcId="{1BD9F52A-0FF6-4985-A75E-02545A6A5AC9}" destId="{E535903C-A1DD-47DF-826E-4D107751D78D}" srcOrd="1" destOrd="0" presId="urn:microsoft.com/office/officeart/2005/8/layout/hierarchy2"/>
    <dgm:cxn modelId="{F35A91AB-F7CE-495E-9A9A-76452EFA3E4F}" type="presParOf" srcId="{E535903C-A1DD-47DF-826E-4D107751D78D}" destId="{773B9BA4-A019-4DEB-BDB1-9DF2C517C1B7}" srcOrd="0" destOrd="0" presId="urn:microsoft.com/office/officeart/2005/8/layout/hierarchy2"/>
    <dgm:cxn modelId="{3E0258FA-34F1-40FD-B68B-826EA991FE9A}" type="presParOf" srcId="{E535903C-A1DD-47DF-826E-4D107751D78D}" destId="{BBCDD7D5-DFC4-4BFF-89D7-79531774EFAF}" srcOrd="1" destOrd="0" presId="urn:microsoft.com/office/officeart/2005/8/layout/hierarchy2"/>
    <dgm:cxn modelId="{DDDF138F-8A15-4883-87FC-7F7589D0BB56}" type="presParOf" srcId="{BBCDD7D5-DFC4-4BFF-89D7-79531774EFAF}" destId="{4F311B52-BC48-4135-BE00-A31894DBD410}" srcOrd="0" destOrd="0" presId="urn:microsoft.com/office/officeart/2005/8/layout/hierarchy2"/>
    <dgm:cxn modelId="{1CE20E7F-B1EC-4FFB-A0DC-67370209E077}" type="presParOf" srcId="{4F311B52-BC48-4135-BE00-A31894DBD410}" destId="{5BA30DDC-153E-413B-9654-D563B825811D}" srcOrd="0" destOrd="0" presId="urn:microsoft.com/office/officeart/2005/8/layout/hierarchy2"/>
    <dgm:cxn modelId="{563BDB49-EBDF-4FAF-9B57-79DE2865F712}" type="presParOf" srcId="{BBCDD7D5-DFC4-4BFF-89D7-79531774EFAF}" destId="{FAE8D74A-E4DC-41E6-AD06-5A59405AF066}" srcOrd="1" destOrd="0" presId="urn:microsoft.com/office/officeart/2005/8/layout/hierarchy2"/>
    <dgm:cxn modelId="{DD2FEF8F-A6FE-4C62-A48B-2F3CAF972D16}" type="presParOf" srcId="{FAE8D74A-E4DC-41E6-AD06-5A59405AF066}" destId="{D87F75DB-8CE8-4161-81CC-7D8F111122B2}" srcOrd="0" destOrd="0" presId="urn:microsoft.com/office/officeart/2005/8/layout/hierarchy2"/>
    <dgm:cxn modelId="{B14E8B90-C539-43FF-A323-69B7DCF54F52}" type="presParOf" srcId="{FAE8D74A-E4DC-41E6-AD06-5A59405AF066}" destId="{7FE570D7-9FE7-4BA8-A3F1-8BBD1F808770}" srcOrd="1" destOrd="0" presId="urn:microsoft.com/office/officeart/2005/8/layout/hierarchy2"/>
    <dgm:cxn modelId="{C471BA99-B3AD-4A9C-BC80-61652A418BB7}" type="presParOf" srcId="{1BD9F52A-0FF6-4985-A75E-02545A6A5AC9}" destId="{B764F190-90F7-4F02-8076-9CA9FCD721C2}" srcOrd="2" destOrd="0" presId="urn:microsoft.com/office/officeart/2005/8/layout/hierarchy2"/>
    <dgm:cxn modelId="{8741D036-D4D7-49AF-A8FF-D88860E57803}" type="presParOf" srcId="{B764F190-90F7-4F02-8076-9CA9FCD721C2}" destId="{4B8F5393-4FA2-46FA-B715-7F341F39ED4B}" srcOrd="0" destOrd="0" presId="urn:microsoft.com/office/officeart/2005/8/layout/hierarchy2"/>
    <dgm:cxn modelId="{03259F66-5AC9-4628-AD98-C2D404E84F14}" type="presParOf" srcId="{1BD9F52A-0FF6-4985-A75E-02545A6A5AC9}" destId="{DD7F739F-5FCE-43B7-95C3-8B8A4CEF2C03}" srcOrd="3" destOrd="0" presId="urn:microsoft.com/office/officeart/2005/8/layout/hierarchy2"/>
    <dgm:cxn modelId="{7E071379-251A-4D46-931F-841694B5316E}" type="presParOf" srcId="{DD7F739F-5FCE-43B7-95C3-8B8A4CEF2C03}" destId="{A1809BA7-B438-4DED-BEE4-25D93DA7C568}" srcOrd="0" destOrd="0" presId="urn:microsoft.com/office/officeart/2005/8/layout/hierarchy2"/>
    <dgm:cxn modelId="{6F15E673-910D-4470-8819-D4C3E5FBB7BB}" type="presParOf" srcId="{DD7F739F-5FCE-43B7-95C3-8B8A4CEF2C03}" destId="{0707BCA0-10B0-4B1A-9571-93A8DD1EAE27}" srcOrd="1" destOrd="0" presId="urn:microsoft.com/office/officeart/2005/8/layout/hierarchy2"/>
    <dgm:cxn modelId="{68C901F1-5FA9-4370-912A-22A6D767B591}" type="presParOf" srcId="{0707BCA0-10B0-4B1A-9571-93A8DD1EAE27}" destId="{FF26A75D-A61F-4A59-877D-91C8D9C87363}" srcOrd="0" destOrd="0" presId="urn:microsoft.com/office/officeart/2005/8/layout/hierarchy2"/>
    <dgm:cxn modelId="{3F5F0B0C-4997-4BB4-95A0-F5D6384C4809}" type="presParOf" srcId="{FF26A75D-A61F-4A59-877D-91C8D9C87363}" destId="{66FAE0E4-7F77-4195-BCE1-0F57376DF765}" srcOrd="0" destOrd="0" presId="urn:microsoft.com/office/officeart/2005/8/layout/hierarchy2"/>
    <dgm:cxn modelId="{01D3FFA0-87CC-4382-A5AF-55C5AEFE068E}" type="presParOf" srcId="{0707BCA0-10B0-4B1A-9571-93A8DD1EAE27}" destId="{69242A05-2855-4A1B-A509-8A884EB8F05A}" srcOrd="1" destOrd="0" presId="urn:microsoft.com/office/officeart/2005/8/layout/hierarchy2"/>
    <dgm:cxn modelId="{1C5E4196-AAA7-4AAF-B84C-8A692186DDFF}" type="presParOf" srcId="{69242A05-2855-4A1B-A509-8A884EB8F05A}" destId="{E256DAF2-3E00-4556-A5BD-6FCFAF410785}" srcOrd="0" destOrd="0" presId="urn:microsoft.com/office/officeart/2005/8/layout/hierarchy2"/>
    <dgm:cxn modelId="{C6B1B931-CBFA-4C18-9957-61C8CB0CA677}" type="presParOf" srcId="{69242A05-2855-4A1B-A509-8A884EB8F05A}" destId="{EB439C0A-2769-43A5-A7E0-6177DC8A46F3}" srcOrd="1" destOrd="0" presId="urn:microsoft.com/office/officeart/2005/8/layout/hierarchy2"/>
    <dgm:cxn modelId="{FB99B036-725F-4B5F-94B8-F5C037C1DC9E}" type="presParOf" srcId="{1BD9F52A-0FF6-4985-A75E-02545A6A5AC9}" destId="{E30F8EB7-75E3-4106-80A5-32633C1E058A}" srcOrd="4" destOrd="0" presId="urn:microsoft.com/office/officeart/2005/8/layout/hierarchy2"/>
    <dgm:cxn modelId="{0B591C44-AD52-44AF-BADB-D85C9CD3C425}" type="presParOf" srcId="{E30F8EB7-75E3-4106-80A5-32633C1E058A}" destId="{5DD4DDE8-D1BC-46A6-8D4A-1D976C7132E0}" srcOrd="0" destOrd="0" presId="urn:microsoft.com/office/officeart/2005/8/layout/hierarchy2"/>
    <dgm:cxn modelId="{9C0B8941-6A5D-4565-BA28-212243344CAC}" type="presParOf" srcId="{1BD9F52A-0FF6-4985-A75E-02545A6A5AC9}" destId="{832D0671-09C9-41AB-924B-10D8EED068C7}" srcOrd="5" destOrd="0" presId="urn:microsoft.com/office/officeart/2005/8/layout/hierarchy2"/>
    <dgm:cxn modelId="{F82FB1B0-5138-4116-B7ED-B8AE11452841}" type="presParOf" srcId="{832D0671-09C9-41AB-924B-10D8EED068C7}" destId="{D912DCA9-4CB6-4491-AC40-425AB2D98CDC}" srcOrd="0" destOrd="0" presId="urn:microsoft.com/office/officeart/2005/8/layout/hierarchy2"/>
    <dgm:cxn modelId="{AD853091-E6D2-41CA-B24C-413049D7C4AA}" type="presParOf" srcId="{832D0671-09C9-41AB-924B-10D8EED068C7}" destId="{5E2622D2-731F-405C-826A-50BAC5AD7B0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B2FB82-8279-4C8E-AFFD-2F30B98F13C0}" type="doc">
      <dgm:prSet loTypeId="urn:microsoft.com/office/officeart/2005/8/layout/vList3" loCatId="list" qsTypeId="urn:microsoft.com/office/officeart/2005/8/quickstyle/3d2" qsCatId="3D" csTypeId="urn:microsoft.com/office/officeart/2005/8/colors/colorful5" csCatId="colorful" phldr="1"/>
      <dgm:spPr/>
    </dgm:pt>
    <dgm:pt modelId="{44B5E295-E6DE-4258-B7E3-FAD884374BBA}">
      <dgm:prSet phldrT="[Text]"/>
      <dgm:spPr/>
      <dgm:t>
        <a:bodyPr/>
        <a:lstStyle/>
        <a:p>
          <a:pPr algn="l"/>
          <a:r>
            <a:rPr lang="ru-RU" b="1" dirty="0">
              <a:solidFill>
                <a:schemeClr val="bg1"/>
              </a:solidFill>
              <a:effectLst/>
              <a:latin typeface="Arial Narrow" panose="020B0606020202030204" pitchFamily="34" charset="0"/>
            </a:rPr>
            <a:t>ВВЕДЕНИЕ (ОБЯЗАТЕЛЬНЫЙ ЭЛЕМЕНТ ВСЕХ ВКР)</a:t>
          </a:r>
        </a:p>
      </dgm:t>
    </dgm:pt>
    <dgm:pt modelId="{ECBC16A4-B6AD-46E8-9182-A5DDC768283F}" type="parTrans" cxnId="{696CF54F-5C01-40CE-8030-497CC6DA2330}">
      <dgm:prSet/>
      <dgm:spPr/>
      <dgm:t>
        <a:bodyPr/>
        <a:lstStyle/>
        <a:p>
          <a:endParaRPr lang="ru-RU">
            <a:solidFill>
              <a:schemeClr val="bg1"/>
            </a:solidFill>
            <a:effectLst/>
            <a:latin typeface="Arial Narrow" panose="020B0606020202030204" pitchFamily="34" charset="0"/>
          </a:endParaRPr>
        </a:p>
      </dgm:t>
    </dgm:pt>
    <dgm:pt modelId="{255CF5A1-FE51-47DD-A1FE-A9680EC86818}" type="sibTrans" cxnId="{696CF54F-5C01-40CE-8030-497CC6DA2330}">
      <dgm:prSet/>
      <dgm:spPr/>
      <dgm:t>
        <a:bodyPr/>
        <a:lstStyle/>
        <a:p>
          <a:endParaRPr lang="ru-RU">
            <a:solidFill>
              <a:schemeClr val="bg1"/>
            </a:solidFill>
            <a:effectLst/>
            <a:latin typeface="Arial Narrow" panose="020B0606020202030204" pitchFamily="34" charset="0"/>
          </a:endParaRPr>
        </a:p>
      </dgm:t>
    </dgm:pt>
    <dgm:pt modelId="{481E0BA7-8F1B-4A78-9B16-9A6E96078CAC}">
      <dgm:prSet phldrT="[Text]"/>
      <dgm:spPr/>
      <dgm:t>
        <a:bodyPr/>
        <a:lstStyle/>
        <a:p>
          <a:pPr algn="l"/>
          <a:r>
            <a:rPr lang="ru-RU" b="1" dirty="0">
              <a:solidFill>
                <a:schemeClr val="bg1"/>
              </a:solidFill>
              <a:effectLst/>
              <a:latin typeface="Arial Narrow" panose="020B0606020202030204" pitchFamily="34" charset="0"/>
            </a:rPr>
            <a:t>3. РЕАЛИЗАЦИЯ ТЕХНОЛОГИЧЕСКОГО РЕШЕНИЯ</a:t>
          </a:r>
        </a:p>
      </dgm:t>
    </dgm:pt>
    <dgm:pt modelId="{4A6B9495-4224-4313-8419-AE85F1C5DF0F}" type="parTrans" cxnId="{061BD4F8-AD9D-4B31-A17E-93BE37680101}">
      <dgm:prSet/>
      <dgm:spPr/>
      <dgm:t>
        <a:bodyPr/>
        <a:lstStyle/>
        <a:p>
          <a:endParaRPr lang="ru-RU">
            <a:solidFill>
              <a:schemeClr val="bg1"/>
            </a:solidFill>
            <a:effectLst/>
            <a:latin typeface="Arial Narrow" panose="020B0606020202030204" pitchFamily="34" charset="0"/>
          </a:endParaRPr>
        </a:p>
      </dgm:t>
    </dgm:pt>
    <dgm:pt modelId="{38054C23-997C-4D5E-A488-F4ACD5D7F30F}" type="sibTrans" cxnId="{061BD4F8-AD9D-4B31-A17E-93BE37680101}">
      <dgm:prSet/>
      <dgm:spPr/>
      <dgm:t>
        <a:bodyPr/>
        <a:lstStyle/>
        <a:p>
          <a:endParaRPr lang="ru-RU">
            <a:solidFill>
              <a:schemeClr val="bg1"/>
            </a:solidFill>
            <a:effectLst/>
            <a:latin typeface="Arial Narrow" panose="020B0606020202030204" pitchFamily="34" charset="0"/>
          </a:endParaRPr>
        </a:p>
      </dgm:t>
    </dgm:pt>
    <dgm:pt modelId="{E407D16D-8149-43D1-83BE-211DDF758F20}">
      <dgm:prSet phldrT="[Text]"/>
      <dgm:spPr/>
      <dgm:t>
        <a:bodyPr/>
        <a:lstStyle/>
        <a:p>
          <a:pPr algn="l"/>
          <a:r>
            <a:rPr lang="ru-RU" b="1" dirty="0">
              <a:solidFill>
                <a:schemeClr val="bg1"/>
              </a:solidFill>
              <a:effectLst/>
              <a:latin typeface="Arial Narrow" panose="020B0606020202030204" pitchFamily="34" charset="0"/>
            </a:rPr>
            <a:t>ЗАКЛЮЧЕНИЕ (ОБЯЗАТЕЛЬНЫЙ ЭЛЕМЕНТ ВСЕХ ВКР)</a:t>
          </a:r>
        </a:p>
      </dgm:t>
    </dgm:pt>
    <dgm:pt modelId="{FE4AAC94-3D55-43AD-8829-11373005BD9D}" type="parTrans" cxnId="{3EAE73BC-4931-49FF-A23D-F0989DFF3317}">
      <dgm:prSet/>
      <dgm:spPr/>
      <dgm:t>
        <a:bodyPr/>
        <a:lstStyle/>
        <a:p>
          <a:endParaRPr lang="ru-RU">
            <a:solidFill>
              <a:schemeClr val="bg1"/>
            </a:solidFill>
            <a:effectLst/>
            <a:latin typeface="Arial Narrow" panose="020B0606020202030204" pitchFamily="34" charset="0"/>
          </a:endParaRPr>
        </a:p>
      </dgm:t>
    </dgm:pt>
    <dgm:pt modelId="{4CD46879-A092-412F-8E28-D675596EA9C1}" type="sibTrans" cxnId="{3EAE73BC-4931-49FF-A23D-F0989DFF3317}">
      <dgm:prSet/>
      <dgm:spPr/>
      <dgm:t>
        <a:bodyPr/>
        <a:lstStyle/>
        <a:p>
          <a:endParaRPr lang="ru-RU">
            <a:solidFill>
              <a:schemeClr val="bg1"/>
            </a:solidFill>
            <a:effectLst/>
            <a:latin typeface="Arial Narrow" panose="020B0606020202030204" pitchFamily="34" charset="0"/>
          </a:endParaRPr>
        </a:p>
      </dgm:t>
    </dgm:pt>
    <dgm:pt modelId="{EC9B7B83-A251-4401-BA48-CEE43DF9FD7B}">
      <dgm:prSet phldrT="[Text]"/>
      <dgm:spPr/>
      <dgm:t>
        <a:bodyPr/>
        <a:lstStyle/>
        <a:p>
          <a:pPr algn="l"/>
          <a:r>
            <a:rPr lang="ru-RU" b="1" dirty="0">
              <a:solidFill>
                <a:schemeClr val="bg1"/>
              </a:solidFill>
              <a:effectLst/>
              <a:latin typeface="Arial Narrow" panose="020B0606020202030204" pitchFamily="34" charset="0"/>
            </a:rPr>
            <a:t>1. ПОСТАНОВКА ЗАДАЧИ И ОБОСНОВАНИЕ ВЫБОРА МЕТОДА. </a:t>
          </a:r>
          <a:br>
            <a:rPr lang="ru-RU" b="1" dirty="0">
              <a:solidFill>
                <a:schemeClr val="bg1"/>
              </a:solidFill>
              <a:effectLst/>
              <a:latin typeface="Arial Narrow" panose="020B0606020202030204" pitchFamily="34" charset="0"/>
            </a:rPr>
          </a:br>
          <a:r>
            <a:rPr lang="ru-RU" b="1" dirty="0">
              <a:solidFill>
                <a:schemeClr val="bg1"/>
              </a:solidFill>
              <a:effectLst/>
              <a:latin typeface="Arial Narrow" panose="020B0606020202030204" pitchFamily="34" charset="0"/>
            </a:rPr>
            <a:t>ИСХОДНЫЕ ДАННЫЕ</a:t>
          </a:r>
        </a:p>
      </dgm:t>
    </dgm:pt>
    <dgm:pt modelId="{888FBB52-A972-40D6-B80D-232702764124}" type="parTrans" cxnId="{661E6725-9B62-49ED-99C8-5B1C6F24C6F9}">
      <dgm:prSet/>
      <dgm:spPr/>
      <dgm:t>
        <a:bodyPr/>
        <a:lstStyle/>
        <a:p>
          <a:endParaRPr lang="ru-RU">
            <a:solidFill>
              <a:schemeClr val="bg1"/>
            </a:solidFill>
            <a:effectLst/>
            <a:latin typeface="Arial Narrow" panose="020B0606020202030204" pitchFamily="34" charset="0"/>
          </a:endParaRPr>
        </a:p>
      </dgm:t>
    </dgm:pt>
    <dgm:pt modelId="{2EAF4F0A-DF5A-46B3-956C-4EC1798717D5}" type="sibTrans" cxnId="{661E6725-9B62-49ED-99C8-5B1C6F24C6F9}">
      <dgm:prSet/>
      <dgm:spPr/>
      <dgm:t>
        <a:bodyPr/>
        <a:lstStyle/>
        <a:p>
          <a:endParaRPr lang="ru-RU">
            <a:solidFill>
              <a:schemeClr val="bg1"/>
            </a:solidFill>
            <a:effectLst/>
            <a:latin typeface="Arial Narrow" panose="020B0606020202030204" pitchFamily="34" charset="0"/>
          </a:endParaRPr>
        </a:p>
      </dgm:t>
    </dgm:pt>
    <dgm:pt modelId="{AB586D3F-F095-4E91-A458-9242456BF835}">
      <dgm:prSet phldrT="[Text]"/>
      <dgm:spPr/>
      <dgm:t>
        <a:bodyPr/>
        <a:lstStyle/>
        <a:p>
          <a:pPr algn="l"/>
          <a:r>
            <a:rPr lang="ru-RU" b="1" dirty="0">
              <a:solidFill>
                <a:schemeClr val="bg1"/>
              </a:solidFill>
              <a:effectLst/>
              <a:latin typeface="Arial Narrow" panose="020B0606020202030204" pitchFamily="34" charset="0"/>
            </a:rPr>
            <a:t>2. МАТЕМАТИЧЕСКАЯ МОДЕЛЬ. АЛГОРИТМ</a:t>
          </a:r>
        </a:p>
      </dgm:t>
    </dgm:pt>
    <dgm:pt modelId="{AF6C9F3E-E312-417F-8934-FC0662747D6C}" type="parTrans" cxnId="{1312E9A7-F8DF-4852-A297-DF734C005B29}">
      <dgm:prSet/>
      <dgm:spPr/>
      <dgm:t>
        <a:bodyPr/>
        <a:lstStyle/>
        <a:p>
          <a:endParaRPr lang="ru-RU">
            <a:solidFill>
              <a:schemeClr val="bg1"/>
            </a:solidFill>
            <a:effectLst/>
            <a:latin typeface="Arial Narrow" panose="020B0606020202030204" pitchFamily="34" charset="0"/>
          </a:endParaRPr>
        </a:p>
      </dgm:t>
    </dgm:pt>
    <dgm:pt modelId="{A054E006-3C99-426A-86AB-ED277DBFCF26}" type="sibTrans" cxnId="{1312E9A7-F8DF-4852-A297-DF734C005B29}">
      <dgm:prSet/>
      <dgm:spPr/>
      <dgm:t>
        <a:bodyPr/>
        <a:lstStyle/>
        <a:p>
          <a:endParaRPr lang="ru-RU">
            <a:solidFill>
              <a:schemeClr val="bg1"/>
            </a:solidFill>
            <a:effectLst/>
            <a:latin typeface="Arial Narrow" panose="020B0606020202030204" pitchFamily="34" charset="0"/>
          </a:endParaRPr>
        </a:p>
      </dgm:t>
    </dgm:pt>
    <dgm:pt modelId="{1565430F-E03A-4126-93DC-9BDCB1B88338}">
      <dgm:prSet phldrT="[Text]"/>
      <dgm:spPr/>
      <dgm:t>
        <a:bodyPr/>
        <a:lstStyle/>
        <a:p>
          <a:pPr algn="l"/>
          <a:r>
            <a:rPr lang="ru-RU" b="1" dirty="0">
              <a:solidFill>
                <a:schemeClr val="bg1"/>
              </a:solidFill>
              <a:effectLst/>
              <a:latin typeface="Arial Narrow" panose="020B0606020202030204" pitchFamily="34" charset="0"/>
            </a:rPr>
            <a:t>4. АПРОБАЦИЯ И АНАЛИЗ РЕЗУЛЬТАТОВ</a:t>
          </a:r>
        </a:p>
      </dgm:t>
    </dgm:pt>
    <dgm:pt modelId="{7AE00C95-DFFD-449D-B183-DC9A783EC16E}" type="parTrans" cxnId="{F9D2768B-6235-46DB-850F-7BFB3BE38B51}">
      <dgm:prSet/>
      <dgm:spPr/>
      <dgm:t>
        <a:bodyPr/>
        <a:lstStyle/>
        <a:p>
          <a:endParaRPr lang="ru-RU">
            <a:solidFill>
              <a:schemeClr val="bg1"/>
            </a:solidFill>
          </a:endParaRPr>
        </a:p>
      </dgm:t>
    </dgm:pt>
    <dgm:pt modelId="{9D0C1ABC-30F4-4079-A34E-5F2AC8E099E0}" type="sibTrans" cxnId="{F9D2768B-6235-46DB-850F-7BFB3BE38B51}">
      <dgm:prSet/>
      <dgm:spPr/>
      <dgm:t>
        <a:bodyPr/>
        <a:lstStyle/>
        <a:p>
          <a:endParaRPr lang="ru-RU">
            <a:solidFill>
              <a:schemeClr val="bg1"/>
            </a:solidFill>
          </a:endParaRPr>
        </a:p>
      </dgm:t>
    </dgm:pt>
    <dgm:pt modelId="{9948B952-2DCA-4487-B9BC-5ECF012BA158}" type="pres">
      <dgm:prSet presAssocID="{83B2FB82-8279-4C8E-AFFD-2F30B98F13C0}" presName="linearFlow" presStyleCnt="0">
        <dgm:presLayoutVars>
          <dgm:dir/>
          <dgm:resizeHandles val="exact"/>
        </dgm:presLayoutVars>
      </dgm:prSet>
      <dgm:spPr/>
    </dgm:pt>
    <dgm:pt modelId="{C992DF1F-E845-453B-A507-128F4F351CE8}" type="pres">
      <dgm:prSet presAssocID="{44B5E295-E6DE-4258-B7E3-FAD884374BBA}" presName="composite" presStyleCnt="0"/>
      <dgm:spPr/>
    </dgm:pt>
    <dgm:pt modelId="{8FC504F1-C8B3-4190-921F-895780237403}" type="pres">
      <dgm:prSet presAssocID="{44B5E295-E6DE-4258-B7E3-FAD884374BBA}" presName="imgShp" presStyleLbl="fgImgPlace1" presStyleIdx="0" presStyleCnt="6" custLinFactX="-76900" custLinFactNeighborX="-100000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863286C2-B63E-4D53-BD5D-8D1E11CA62D6}" type="pres">
      <dgm:prSet presAssocID="{44B5E295-E6DE-4258-B7E3-FAD884374BBA}" presName="txShp" presStyleLbl="node1" presStyleIdx="0" presStyleCnt="6" custScaleX="134103">
        <dgm:presLayoutVars>
          <dgm:bulletEnabled val="1"/>
        </dgm:presLayoutVars>
      </dgm:prSet>
      <dgm:spPr/>
    </dgm:pt>
    <dgm:pt modelId="{43CAF4A6-AEA1-4FF9-BCF8-DC1C3AB8E573}" type="pres">
      <dgm:prSet presAssocID="{255CF5A1-FE51-47DD-A1FE-A9680EC86818}" presName="spacing" presStyleCnt="0"/>
      <dgm:spPr/>
    </dgm:pt>
    <dgm:pt modelId="{91980072-C6C0-4F20-A841-07E826030D6E}" type="pres">
      <dgm:prSet presAssocID="{EC9B7B83-A251-4401-BA48-CEE43DF9FD7B}" presName="composite" presStyleCnt="0"/>
      <dgm:spPr/>
    </dgm:pt>
    <dgm:pt modelId="{FAB446A7-A3D2-4B88-9CD5-0E5697102C9D}" type="pres">
      <dgm:prSet presAssocID="{EC9B7B83-A251-4401-BA48-CEE43DF9FD7B}" presName="imgShp" presStyleLbl="fgImgPlace1" presStyleIdx="1" presStyleCnt="6" custLinFactX="-76900" custLinFactNeighborX="-100000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131FFBEA-4AEB-4307-8EAA-FAAA1D03E7A9}" type="pres">
      <dgm:prSet presAssocID="{EC9B7B83-A251-4401-BA48-CEE43DF9FD7B}" presName="txShp" presStyleLbl="node1" presStyleIdx="1" presStyleCnt="6" custScaleX="134103">
        <dgm:presLayoutVars>
          <dgm:bulletEnabled val="1"/>
        </dgm:presLayoutVars>
      </dgm:prSet>
      <dgm:spPr/>
    </dgm:pt>
    <dgm:pt modelId="{1471AA98-D3A8-48EB-9461-3B5BCB8983DD}" type="pres">
      <dgm:prSet presAssocID="{2EAF4F0A-DF5A-46B3-956C-4EC1798717D5}" presName="spacing" presStyleCnt="0"/>
      <dgm:spPr/>
    </dgm:pt>
    <dgm:pt modelId="{766B1923-9FBF-4A25-9ACD-A0442AE34460}" type="pres">
      <dgm:prSet presAssocID="{AB586D3F-F095-4E91-A458-9242456BF835}" presName="composite" presStyleCnt="0"/>
      <dgm:spPr/>
    </dgm:pt>
    <dgm:pt modelId="{D6AE06AD-9CDC-4783-BCB8-AD19E5C225E2}" type="pres">
      <dgm:prSet presAssocID="{AB586D3F-F095-4E91-A458-9242456BF835}" presName="imgShp" presStyleLbl="fgImgPlace1" presStyleIdx="2" presStyleCnt="6" custLinFactX="-76900" custLinFactNeighborX="-100000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003B8580-5421-499B-B041-B8A9C7C4FDDC}" type="pres">
      <dgm:prSet presAssocID="{AB586D3F-F095-4E91-A458-9242456BF835}" presName="txShp" presStyleLbl="node1" presStyleIdx="2" presStyleCnt="6" custScaleX="134103">
        <dgm:presLayoutVars>
          <dgm:bulletEnabled val="1"/>
        </dgm:presLayoutVars>
      </dgm:prSet>
      <dgm:spPr/>
    </dgm:pt>
    <dgm:pt modelId="{9C120DDE-F9B2-4109-8B80-2CD7AF0B3716}" type="pres">
      <dgm:prSet presAssocID="{A054E006-3C99-426A-86AB-ED277DBFCF26}" presName="spacing" presStyleCnt="0"/>
      <dgm:spPr/>
    </dgm:pt>
    <dgm:pt modelId="{1AFF40C6-4229-4B8D-8FF1-9160DD3AA79A}" type="pres">
      <dgm:prSet presAssocID="{481E0BA7-8F1B-4A78-9B16-9A6E96078CAC}" presName="composite" presStyleCnt="0"/>
      <dgm:spPr/>
    </dgm:pt>
    <dgm:pt modelId="{DAB90506-1F8B-478C-8B5F-F0BBC5463C2B}" type="pres">
      <dgm:prSet presAssocID="{481E0BA7-8F1B-4A78-9B16-9A6E96078CAC}" presName="imgShp" presStyleLbl="fgImgPlace1" presStyleIdx="3" presStyleCnt="6" custLinFactX="-76900" custLinFactNeighborX="-100000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44C01BF7-AF5F-4D62-BF2D-A4229C62939A}" type="pres">
      <dgm:prSet presAssocID="{481E0BA7-8F1B-4A78-9B16-9A6E96078CAC}" presName="txShp" presStyleLbl="node1" presStyleIdx="3" presStyleCnt="6" custScaleX="134103">
        <dgm:presLayoutVars>
          <dgm:bulletEnabled val="1"/>
        </dgm:presLayoutVars>
      </dgm:prSet>
      <dgm:spPr/>
    </dgm:pt>
    <dgm:pt modelId="{7343F41D-D99C-4C70-8D12-4564E9E53A06}" type="pres">
      <dgm:prSet presAssocID="{38054C23-997C-4D5E-A488-F4ACD5D7F30F}" presName="spacing" presStyleCnt="0"/>
      <dgm:spPr/>
    </dgm:pt>
    <dgm:pt modelId="{34427538-A7FB-4B0B-888B-4DAFAE3E0DD6}" type="pres">
      <dgm:prSet presAssocID="{1565430F-E03A-4126-93DC-9BDCB1B88338}" presName="composite" presStyleCnt="0"/>
      <dgm:spPr/>
    </dgm:pt>
    <dgm:pt modelId="{8A8446F4-8D9D-4290-96E8-CE8C0043095F}" type="pres">
      <dgm:prSet presAssocID="{1565430F-E03A-4126-93DC-9BDCB1B88338}" presName="imgShp" presStyleLbl="fgImgPlace1" presStyleIdx="4" presStyleCnt="6" custLinFactX="-76900" custLinFactNeighborX="-100000" custLinFactNeighborY="-2282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F3342A5D-12C2-4755-88F4-DB57059DCC3B}" type="pres">
      <dgm:prSet presAssocID="{1565430F-E03A-4126-93DC-9BDCB1B88338}" presName="txShp" presStyleLbl="node1" presStyleIdx="4" presStyleCnt="6" custScaleX="134103">
        <dgm:presLayoutVars>
          <dgm:bulletEnabled val="1"/>
        </dgm:presLayoutVars>
      </dgm:prSet>
      <dgm:spPr/>
    </dgm:pt>
    <dgm:pt modelId="{F5D8C8F4-0597-4BCB-A674-86517DD6C45D}" type="pres">
      <dgm:prSet presAssocID="{9D0C1ABC-30F4-4079-A34E-5F2AC8E099E0}" presName="spacing" presStyleCnt="0"/>
      <dgm:spPr/>
    </dgm:pt>
    <dgm:pt modelId="{D6E678F4-8970-4B40-B87D-6A76DEF0C84A}" type="pres">
      <dgm:prSet presAssocID="{E407D16D-8149-43D1-83BE-211DDF758F20}" presName="composite" presStyleCnt="0"/>
      <dgm:spPr/>
    </dgm:pt>
    <dgm:pt modelId="{EDA0F6A9-4094-4FDC-BE42-73FE359C9A27}" type="pres">
      <dgm:prSet presAssocID="{E407D16D-8149-43D1-83BE-211DDF758F20}" presName="imgShp" presStyleLbl="fgImgPlace1" presStyleIdx="5" presStyleCnt="6" custLinFactX="-76900" custLinFactNeighborX="-100000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1B956D43-66AD-4FF0-B0C3-91AED4AEE9DE}" type="pres">
      <dgm:prSet presAssocID="{E407D16D-8149-43D1-83BE-211DDF758F20}" presName="txShp" presStyleLbl="node1" presStyleIdx="5" presStyleCnt="6" custScaleX="134103">
        <dgm:presLayoutVars>
          <dgm:bulletEnabled val="1"/>
        </dgm:presLayoutVars>
      </dgm:prSet>
      <dgm:spPr/>
    </dgm:pt>
  </dgm:ptLst>
  <dgm:cxnLst>
    <dgm:cxn modelId="{B849D51C-2BF0-4A92-A45B-689010D1E60A}" type="presOf" srcId="{83B2FB82-8279-4C8E-AFFD-2F30B98F13C0}" destId="{9948B952-2DCA-4487-B9BC-5ECF012BA158}" srcOrd="0" destOrd="0" presId="urn:microsoft.com/office/officeart/2005/8/layout/vList3"/>
    <dgm:cxn modelId="{661E6725-9B62-49ED-99C8-5B1C6F24C6F9}" srcId="{83B2FB82-8279-4C8E-AFFD-2F30B98F13C0}" destId="{EC9B7B83-A251-4401-BA48-CEE43DF9FD7B}" srcOrd="1" destOrd="0" parTransId="{888FBB52-A972-40D6-B80D-232702764124}" sibTransId="{2EAF4F0A-DF5A-46B3-956C-4EC1798717D5}"/>
    <dgm:cxn modelId="{4B9EBA2A-1012-4CF4-8049-91C3326DF837}" type="presOf" srcId="{44B5E295-E6DE-4258-B7E3-FAD884374BBA}" destId="{863286C2-B63E-4D53-BD5D-8D1E11CA62D6}" srcOrd="0" destOrd="0" presId="urn:microsoft.com/office/officeart/2005/8/layout/vList3"/>
    <dgm:cxn modelId="{EDF3476E-4D85-406F-805C-9BF8F627B01B}" type="presOf" srcId="{1565430F-E03A-4126-93DC-9BDCB1B88338}" destId="{F3342A5D-12C2-4755-88F4-DB57059DCC3B}" srcOrd="0" destOrd="0" presId="urn:microsoft.com/office/officeart/2005/8/layout/vList3"/>
    <dgm:cxn modelId="{696CF54F-5C01-40CE-8030-497CC6DA2330}" srcId="{83B2FB82-8279-4C8E-AFFD-2F30B98F13C0}" destId="{44B5E295-E6DE-4258-B7E3-FAD884374BBA}" srcOrd="0" destOrd="0" parTransId="{ECBC16A4-B6AD-46E8-9182-A5DDC768283F}" sibTransId="{255CF5A1-FE51-47DD-A1FE-A9680EC86818}"/>
    <dgm:cxn modelId="{531CC178-AE80-4913-AD8D-AB2622194266}" type="presOf" srcId="{AB586D3F-F095-4E91-A458-9242456BF835}" destId="{003B8580-5421-499B-B041-B8A9C7C4FDDC}" srcOrd="0" destOrd="0" presId="urn:microsoft.com/office/officeart/2005/8/layout/vList3"/>
    <dgm:cxn modelId="{F9D2768B-6235-46DB-850F-7BFB3BE38B51}" srcId="{83B2FB82-8279-4C8E-AFFD-2F30B98F13C0}" destId="{1565430F-E03A-4126-93DC-9BDCB1B88338}" srcOrd="4" destOrd="0" parTransId="{7AE00C95-DFFD-449D-B183-DC9A783EC16E}" sibTransId="{9D0C1ABC-30F4-4079-A34E-5F2AC8E099E0}"/>
    <dgm:cxn modelId="{B2D8178E-3C1E-409A-84D1-00FAE8BFB20B}" type="presOf" srcId="{EC9B7B83-A251-4401-BA48-CEE43DF9FD7B}" destId="{131FFBEA-4AEB-4307-8EAA-FAAA1D03E7A9}" srcOrd="0" destOrd="0" presId="urn:microsoft.com/office/officeart/2005/8/layout/vList3"/>
    <dgm:cxn modelId="{1312E9A7-F8DF-4852-A297-DF734C005B29}" srcId="{83B2FB82-8279-4C8E-AFFD-2F30B98F13C0}" destId="{AB586D3F-F095-4E91-A458-9242456BF835}" srcOrd="2" destOrd="0" parTransId="{AF6C9F3E-E312-417F-8934-FC0662747D6C}" sibTransId="{A054E006-3C99-426A-86AB-ED277DBFCF26}"/>
    <dgm:cxn modelId="{76B812AB-4EF0-42BB-95F9-714AAED8E291}" type="presOf" srcId="{E407D16D-8149-43D1-83BE-211DDF758F20}" destId="{1B956D43-66AD-4FF0-B0C3-91AED4AEE9DE}" srcOrd="0" destOrd="0" presId="urn:microsoft.com/office/officeart/2005/8/layout/vList3"/>
    <dgm:cxn modelId="{3EAE73BC-4931-49FF-A23D-F0989DFF3317}" srcId="{83B2FB82-8279-4C8E-AFFD-2F30B98F13C0}" destId="{E407D16D-8149-43D1-83BE-211DDF758F20}" srcOrd="5" destOrd="0" parTransId="{FE4AAC94-3D55-43AD-8829-11373005BD9D}" sibTransId="{4CD46879-A092-412F-8E28-D675596EA9C1}"/>
    <dgm:cxn modelId="{A1E01AEF-247C-4C7F-95E8-F3422549FD63}" type="presOf" srcId="{481E0BA7-8F1B-4A78-9B16-9A6E96078CAC}" destId="{44C01BF7-AF5F-4D62-BF2D-A4229C62939A}" srcOrd="0" destOrd="0" presId="urn:microsoft.com/office/officeart/2005/8/layout/vList3"/>
    <dgm:cxn modelId="{061BD4F8-AD9D-4B31-A17E-93BE37680101}" srcId="{83B2FB82-8279-4C8E-AFFD-2F30B98F13C0}" destId="{481E0BA7-8F1B-4A78-9B16-9A6E96078CAC}" srcOrd="3" destOrd="0" parTransId="{4A6B9495-4224-4313-8419-AE85F1C5DF0F}" sibTransId="{38054C23-997C-4D5E-A488-F4ACD5D7F30F}"/>
    <dgm:cxn modelId="{2EB02949-91C9-49F7-A533-EB5E5C9AF66A}" type="presParOf" srcId="{9948B952-2DCA-4487-B9BC-5ECF012BA158}" destId="{C992DF1F-E845-453B-A507-128F4F351CE8}" srcOrd="0" destOrd="0" presId="urn:microsoft.com/office/officeart/2005/8/layout/vList3"/>
    <dgm:cxn modelId="{892D1C6B-97CB-4B28-B679-A0171F4500EE}" type="presParOf" srcId="{C992DF1F-E845-453B-A507-128F4F351CE8}" destId="{8FC504F1-C8B3-4190-921F-895780237403}" srcOrd="0" destOrd="0" presId="urn:microsoft.com/office/officeart/2005/8/layout/vList3"/>
    <dgm:cxn modelId="{7A3E6BE7-F4DC-4DF0-92A1-AF4753C9250F}" type="presParOf" srcId="{C992DF1F-E845-453B-A507-128F4F351CE8}" destId="{863286C2-B63E-4D53-BD5D-8D1E11CA62D6}" srcOrd="1" destOrd="0" presId="urn:microsoft.com/office/officeart/2005/8/layout/vList3"/>
    <dgm:cxn modelId="{23B05D01-A764-4B22-B8BA-48F240AD5D7D}" type="presParOf" srcId="{9948B952-2DCA-4487-B9BC-5ECF012BA158}" destId="{43CAF4A6-AEA1-4FF9-BCF8-DC1C3AB8E573}" srcOrd="1" destOrd="0" presId="urn:microsoft.com/office/officeart/2005/8/layout/vList3"/>
    <dgm:cxn modelId="{AD047B70-C200-4546-8D3D-11B7EC7ECA99}" type="presParOf" srcId="{9948B952-2DCA-4487-B9BC-5ECF012BA158}" destId="{91980072-C6C0-4F20-A841-07E826030D6E}" srcOrd="2" destOrd="0" presId="urn:microsoft.com/office/officeart/2005/8/layout/vList3"/>
    <dgm:cxn modelId="{1E369D47-9E50-4CD1-ACF2-A54256474ACD}" type="presParOf" srcId="{91980072-C6C0-4F20-A841-07E826030D6E}" destId="{FAB446A7-A3D2-4B88-9CD5-0E5697102C9D}" srcOrd="0" destOrd="0" presId="urn:microsoft.com/office/officeart/2005/8/layout/vList3"/>
    <dgm:cxn modelId="{41C74C31-D548-49CF-A5C3-2FD37F4E94A0}" type="presParOf" srcId="{91980072-C6C0-4F20-A841-07E826030D6E}" destId="{131FFBEA-4AEB-4307-8EAA-FAAA1D03E7A9}" srcOrd="1" destOrd="0" presId="urn:microsoft.com/office/officeart/2005/8/layout/vList3"/>
    <dgm:cxn modelId="{3BBEB37F-47DD-4312-A5FB-ED64412A2AB9}" type="presParOf" srcId="{9948B952-2DCA-4487-B9BC-5ECF012BA158}" destId="{1471AA98-D3A8-48EB-9461-3B5BCB8983DD}" srcOrd="3" destOrd="0" presId="urn:microsoft.com/office/officeart/2005/8/layout/vList3"/>
    <dgm:cxn modelId="{06876D4C-3794-4B39-8865-562BB03C0A52}" type="presParOf" srcId="{9948B952-2DCA-4487-B9BC-5ECF012BA158}" destId="{766B1923-9FBF-4A25-9ACD-A0442AE34460}" srcOrd="4" destOrd="0" presId="urn:microsoft.com/office/officeart/2005/8/layout/vList3"/>
    <dgm:cxn modelId="{C86A5396-4F7D-4244-B7EC-91FAE398A6C5}" type="presParOf" srcId="{766B1923-9FBF-4A25-9ACD-A0442AE34460}" destId="{D6AE06AD-9CDC-4783-BCB8-AD19E5C225E2}" srcOrd="0" destOrd="0" presId="urn:microsoft.com/office/officeart/2005/8/layout/vList3"/>
    <dgm:cxn modelId="{FB986C4C-DDCD-4DA5-A357-01215EFA9BB7}" type="presParOf" srcId="{766B1923-9FBF-4A25-9ACD-A0442AE34460}" destId="{003B8580-5421-499B-B041-B8A9C7C4FDDC}" srcOrd="1" destOrd="0" presId="urn:microsoft.com/office/officeart/2005/8/layout/vList3"/>
    <dgm:cxn modelId="{83B0FC1B-A9C7-4A40-A9E4-36A154E4C84C}" type="presParOf" srcId="{9948B952-2DCA-4487-B9BC-5ECF012BA158}" destId="{9C120DDE-F9B2-4109-8B80-2CD7AF0B3716}" srcOrd="5" destOrd="0" presId="urn:microsoft.com/office/officeart/2005/8/layout/vList3"/>
    <dgm:cxn modelId="{400E4C2A-9B6D-4A60-A1CE-312BC4B31172}" type="presParOf" srcId="{9948B952-2DCA-4487-B9BC-5ECF012BA158}" destId="{1AFF40C6-4229-4B8D-8FF1-9160DD3AA79A}" srcOrd="6" destOrd="0" presId="urn:microsoft.com/office/officeart/2005/8/layout/vList3"/>
    <dgm:cxn modelId="{FB4183DC-3543-49A4-8A21-611086BC38DB}" type="presParOf" srcId="{1AFF40C6-4229-4B8D-8FF1-9160DD3AA79A}" destId="{DAB90506-1F8B-478C-8B5F-F0BBC5463C2B}" srcOrd="0" destOrd="0" presId="urn:microsoft.com/office/officeart/2005/8/layout/vList3"/>
    <dgm:cxn modelId="{4DDC005A-EF47-49E8-842D-665A20B6A2FE}" type="presParOf" srcId="{1AFF40C6-4229-4B8D-8FF1-9160DD3AA79A}" destId="{44C01BF7-AF5F-4D62-BF2D-A4229C62939A}" srcOrd="1" destOrd="0" presId="urn:microsoft.com/office/officeart/2005/8/layout/vList3"/>
    <dgm:cxn modelId="{01E08F06-80A8-45B8-9980-5B10A7DF621F}" type="presParOf" srcId="{9948B952-2DCA-4487-B9BC-5ECF012BA158}" destId="{7343F41D-D99C-4C70-8D12-4564E9E53A06}" srcOrd="7" destOrd="0" presId="urn:microsoft.com/office/officeart/2005/8/layout/vList3"/>
    <dgm:cxn modelId="{4ECC8810-D2EB-4488-B884-5C41F3278CB6}" type="presParOf" srcId="{9948B952-2DCA-4487-B9BC-5ECF012BA158}" destId="{34427538-A7FB-4B0B-888B-4DAFAE3E0DD6}" srcOrd="8" destOrd="0" presId="urn:microsoft.com/office/officeart/2005/8/layout/vList3"/>
    <dgm:cxn modelId="{C473520C-09D0-4A15-9200-B188E27D8895}" type="presParOf" srcId="{34427538-A7FB-4B0B-888B-4DAFAE3E0DD6}" destId="{8A8446F4-8D9D-4290-96E8-CE8C0043095F}" srcOrd="0" destOrd="0" presId="urn:microsoft.com/office/officeart/2005/8/layout/vList3"/>
    <dgm:cxn modelId="{AA8CE2E1-2B19-4E8E-BADC-DA4CF9DDF7D0}" type="presParOf" srcId="{34427538-A7FB-4B0B-888B-4DAFAE3E0DD6}" destId="{F3342A5D-12C2-4755-88F4-DB57059DCC3B}" srcOrd="1" destOrd="0" presId="urn:microsoft.com/office/officeart/2005/8/layout/vList3"/>
    <dgm:cxn modelId="{405BCA7B-C7BA-48DD-BA32-7E89DBFE40DE}" type="presParOf" srcId="{9948B952-2DCA-4487-B9BC-5ECF012BA158}" destId="{F5D8C8F4-0597-4BCB-A674-86517DD6C45D}" srcOrd="9" destOrd="0" presId="urn:microsoft.com/office/officeart/2005/8/layout/vList3"/>
    <dgm:cxn modelId="{3B00CAA2-8EF3-4AF2-BD4B-7C389C3DB996}" type="presParOf" srcId="{9948B952-2DCA-4487-B9BC-5ECF012BA158}" destId="{D6E678F4-8970-4B40-B87D-6A76DEF0C84A}" srcOrd="10" destOrd="0" presId="urn:microsoft.com/office/officeart/2005/8/layout/vList3"/>
    <dgm:cxn modelId="{1541DC3C-C560-4B1D-AF7A-EA991F1CF2E5}" type="presParOf" srcId="{D6E678F4-8970-4B40-B87D-6A76DEF0C84A}" destId="{EDA0F6A9-4094-4FDC-BE42-73FE359C9A27}" srcOrd="0" destOrd="0" presId="urn:microsoft.com/office/officeart/2005/8/layout/vList3"/>
    <dgm:cxn modelId="{976906A2-5E2C-41FA-88DA-CCB65906EAC3}" type="presParOf" srcId="{D6E678F4-8970-4B40-B87D-6A76DEF0C84A}" destId="{1B956D43-66AD-4FF0-B0C3-91AED4AEE9D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9EB164-C63F-4AE1-9BFC-2E4AA0AF4E71}">
      <dsp:nvSpPr>
        <dsp:cNvPr id="0" name=""/>
        <dsp:cNvSpPr/>
      </dsp:nvSpPr>
      <dsp:spPr>
        <a:xfrm>
          <a:off x="5310" y="1476747"/>
          <a:ext cx="2274986" cy="1137493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  <a:t>Область </a:t>
          </a:r>
          <a:b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</a:br>
          <a: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  <a:t>интересов </a:t>
          </a:r>
          <a:b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</a:br>
          <a: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  <a:t>студента</a:t>
          </a:r>
        </a:p>
      </dsp:txBody>
      <dsp:txXfrm>
        <a:off x="38626" y="1510063"/>
        <a:ext cx="2208354" cy="1070861"/>
      </dsp:txXfrm>
    </dsp:sp>
    <dsp:sp modelId="{7EFF2D72-0FBF-470A-BEAC-3F533FC4D781}">
      <dsp:nvSpPr>
        <dsp:cNvPr id="0" name=""/>
        <dsp:cNvSpPr/>
      </dsp:nvSpPr>
      <dsp:spPr>
        <a:xfrm rot="18289469">
          <a:off x="1938540" y="1366411"/>
          <a:ext cx="1593505" cy="50048"/>
        </a:xfrm>
        <a:custGeom>
          <a:avLst/>
          <a:gdLst/>
          <a:ahLst/>
          <a:cxnLst/>
          <a:rect l="0" t="0" r="0" b="0"/>
          <a:pathLst>
            <a:path>
              <a:moveTo>
                <a:pt x="0" y="25024"/>
              </a:moveTo>
              <a:lnTo>
                <a:pt x="1593505" y="2502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>
            <a:solidFill>
              <a:schemeClr val="tx1"/>
            </a:solidFill>
            <a:latin typeface="Arial Narrow" panose="020B0606020202030204" pitchFamily="34" charset="0"/>
          </a:endParaRPr>
        </a:p>
      </dsp:txBody>
      <dsp:txXfrm>
        <a:off x="2695455" y="1351597"/>
        <a:ext cx="79675" cy="79675"/>
      </dsp:txXfrm>
    </dsp:sp>
    <dsp:sp modelId="{773B9BA4-A019-4DEB-BDB1-9DF2C517C1B7}">
      <dsp:nvSpPr>
        <dsp:cNvPr id="0" name=""/>
        <dsp:cNvSpPr/>
      </dsp:nvSpPr>
      <dsp:spPr>
        <a:xfrm>
          <a:off x="3190290" y="168630"/>
          <a:ext cx="3195218" cy="1137493"/>
        </a:xfrm>
        <a:prstGeom prst="roundRect">
          <a:avLst>
            <a:gd name="adj" fmla="val 10000"/>
          </a:avLst>
        </a:prstGeom>
        <a:solidFill>
          <a:schemeClr val="accent3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  <a:t>Профессиональная задача </a:t>
          </a:r>
          <a:b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</a:br>
          <a: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  <a:t>по месту работы, соответствующая направлению и профилю обучения)</a:t>
          </a:r>
        </a:p>
      </dsp:txBody>
      <dsp:txXfrm>
        <a:off x="3223606" y="201946"/>
        <a:ext cx="3128586" cy="1070861"/>
      </dsp:txXfrm>
    </dsp:sp>
    <dsp:sp modelId="{4F311B52-BC48-4135-BE00-A31894DBD410}">
      <dsp:nvSpPr>
        <dsp:cNvPr id="0" name=""/>
        <dsp:cNvSpPr/>
      </dsp:nvSpPr>
      <dsp:spPr>
        <a:xfrm>
          <a:off x="6385509" y="712352"/>
          <a:ext cx="909994" cy="50048"/>
        </a:xfrm>
        <a:custGeom>
          <a:avLst/>
          <a:gdLst/>
          <a:ahLst/>
          <a:cxnLst/>
          <a:rect l="0" t="0" r="0" b="0"/>
          <a:pathLst>
            <a:path>
              <a:moveTo>
                <a:pt x="0" y="25024"/>
              </a:moveTo>
              <a:lnTo>
                <a:pt x="909994" y="2502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>
            <a:solidFill>
              <a:schemeClr val="tx1"/>
            </a:solidFill>
            <a:latin typeface="Arial Narrow" panose="020B0606020202030204" pitchFamily="34" charset="0"/>
          </a:endParaRPr>
        </a:p>
      </dsp:txBody>
      <dsp:txXfrm>
        <a:off x="6817756" y="714627"/>
        <a:ext cx="45499" cy="45499"/>
      </dsp:txXfrm>
    </dsp:sp>
    <dsp:sp modelId="{D87F75DB-8CE8-4161-81CC-7D8F111122B2}">
      <dsp:nvSpPr>
        <dsp:cNvPr id="0" name=""/>
        <dsp:cNvSpPr/>
      </dsp:nvSpPr>
      <dsp:spPr>
        <a:xfrm>
          <a:off x="7295503" y="168630"/>
          <a:ext cx="2274986" cy="1137493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  <a:t>Уточнение задачи </a:t>
          </a:r>
          <a:b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</a:br>
          <a: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  <a:t>в  соответствии </a:t>
          </a:r>
          <a:b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</a:br>
          <a: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  <a:t>с направлением и </a:t>
          </a:r>
          <a:b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</a:br>
          <a: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  <a:t>профилем обучения</a:t>
          </a:r>
        </a:p>
      </dsp:txBody>
      <dsp:txXfrm>
        <a:off x="7328819" y="201946"/>
        <a:ext cx="2208354" cy="1070861"/>
      </dsp:txXfrm>
    </dsp:sp>
    <dsp:sp modelId="{B764F190-90F7-4F02-8076-9CA9FCD721C2}">
      <dsp:nvSpPr>
        <dsp:cNvPr id="0" name=""/>
        <dsp:cNvSpPr/>
      </dsp:nvSpPr>
      <dsp:spPr>
        <a:xfrm>
          <a:off x="2280296" y="2020469"/>
          <a:ext cx="909994" cy="50048"/>
        </a:xfrm>
        <a:custGeom>
          <a:avLst/>
          <a:gdLst/>
          <a:ahLst/>
          <a:cxnLst/>
          <a:rect l="0" t="0" r="0" b="0"/>
          <a:pathLst>
            <a:path>
              <a:moveTo>
                <a:pt x="0" y="25024"/>
              </a:moveTo>
              <a:lnTo>
                <a:pt x="909994" y="2502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>
            <a:solidFill>
              <a:schemeClr val="tx1"/>
            </a:solidFill>
            <a:latin typeface="Arial Narrow" panose="020B0606020202030204" pitchFamily="34" charset="0"/>
          </a:endParaRPr>
        </a:p>
      </dsp:txBody>
      <dsp:txXfrm>
        <a:off x="2712543" y="2022744"/>
        <a:ext cx="45499" cy="45499"/>
      </dsp:txXfrm>
    </dsp:sp>
    <dsp:sp modelId="{A1809BA7-B438-4DED-BEE4-25D93DA7C568}">
      <dsp:nvSpPr>
        <dsp:cNvPr id="0" name=""/>
        <dsp:cNvSpPr/>
      </dsp:nvSpPr>
      <dsp:spPr>
        <a:xfrm>
          <a:off x="3190290" y="1476747"/>
          <a:ext cx="3195218" cy="1137493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  <a:t>Предложения кафедры, </a:t>
          </a:r>
          <a:b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</a:br>
          <a: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  <a:t>НИО и партнеров </a:t>
          </a:r>
          <a:b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</a:br>
          <a:r>
            <a:rPr lang="en-US" sz="2000" kern="1200" dirty="0">
              <a:solidFill>
                <a:schemeClr val="tx1"/>
              </a:solidFill>
              <a:latin typeface="Arial Narrow" panose="020B0606020202030204" pitchFamily="34" charset="0"/>
            </a:rPr>
            <a:t>(</a:t>
          </a:r>
          <a: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  <a:t>список)</a:t>
          </a:r>
        </a:p>
      </dsp:txBody>
      <dsp:txXfrm>
        <a:off x="3223606" y="1510063"/>
        <a:ext cx="3128586" cy="1070861"/>
      </dsp:txXfrm>
    </dsp:sp>
    <dsp:sp modelId="{FF26A75D-A61F-4A59-877D-91C8D9C87363}">
      <dsp:nvSpPr>
        <dsp:cNvPr id="0" name=""/>
        <dsp:cNvSpPr/>
      </dsp:nvSpPr>
      <dsp:spPr>
        <a:xfrm>
          <a:off x="6385509" y="2020469"/>
          <a:ext cx="909994" cy="50048"/>
        </a:xfrm>
        <a:custGeom>
          <a:avLst/>
          <a:gdLst/>
          <a:ahLst/>
          <a:cxnLst/>
          <a:rect l="0" t="0" r="0" b="0"/>
          <a:pathLst>
            <a:path>
              <a:moveTo>
                <a:pt x="0" y="25024"/>
              </a:moveTo>
              <a:lnTo>
                <a:pt x="909994" y="2502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>
            <a:solidFill>
              <a:schemeClr val="tx1"/>
            </a:solidFill>
            <a:latin typeface="Arial Narrow" panose="020B0606020202030204" pitchFamily="34" charset="0"/>
          </a:endParaRPr>
        </a:p>
      </dsp:txBody>
      <dsp:txXfrm>
        <a:off x="6817756" y="2022744"/>
        <a:ext cx="45499" cy="45499"/>
      </dsp:txXfrm>
    </dsp:sp>
    <dsp:sp modelId="{E256DAF2-3E00-4556-A5BD-6FCFAF410785}">
      <dsp:nvSpPr>
        <dsp:cNvPr id="0" name=""/>
        <dsp:cNvSpPr/>
      </dsp:nvSpPr>
      <dsp:spPr>
        <a:xfrm>
          <a:off x="7295503" y="1476747"/>
          <a:ext cx="2274986" cy="1137493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chemeClr val="tx1"/>
              </a:solidFill>
              <a:latin typeface="Arial Narrow" panose="020B0606020202030204" pitchFamily="34" charset="0"/>
            </a:rPr>
            <a:t>Уточнение постановки задачи руководителем (консультантом)</a:t>
          </a:r>
        </a:p>
      </dsp:txBody>
      <dsp:txXfrm>
        <a:off x="7328819" y="1510063"/>
        <a:ext cx="2208354" cy="1070861"/>
      </dsp:txXfrm>
    </dsp:sp>
    <dsp:sp modelId="{E30F8EB7-75E3-4106-80A5-32633C1E058A}">
      <dsp:nvSpPr>
        <dsp:cNvPr id="0" name=""/>
        <dsp:cNvSpPr/>
      </dsp:nvSpPr>
      <dsp:spPr>
        <a:xfrm rot="3310531">
          <a:off x="1938540" y="2674528"/>
          <a:ext cx="1593505" cy="50048"/>
        </a:xfrm>
        <a:custGeom>
          <a:avLst/>
          <a:gdLst/>
          <a:ahLst/>
          <a:cxnLst/>
          <a:rect l="0" t="0" r="0" b="0"/>
          <a:pathLst>
            <a:path>
              <a:moveTo>
                <a:pt x="0" y="25024"/>
              </a:moveTo>
              <a:lnTo>
                <a:pt x="1593505" y="2502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2695455" y="2659714"/>
        <a:ext cx="79675" cy="79675"/>
      </dsp:txXfrm>
    </dsp:sp>
    <dsp:sp modelId="{D912DCA9-4CB6-4491-AC40-425AB2D98CDC}">
      <dsp:nvSpPr>
        <dsp:cNvPr id="0" name=""/>
        <dsp:cNvSpPr/>
      </dsp:nvSpPr>
      <dsp:spPr>
        <a:xfrm>
          <a:off x="3190290" y="2784864"/>
          <a:ext cx="3195218" cy="1137493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Принудительное назначение темы исходя </a:t>
          </a:r>
          <a:br>
            <a:rPr lang="ru-RU" sz="2000" b="1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</a:br>
          <a:r>
            <a:rPr lang="ru-RU" sz="2000" b="1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из интересов кафедры</a:t>
          </a:r>
        </a:p>
      </dsp:txBody>
      <dsp:txXfrm>
        <a:off x="3223606" y="2818180"/>
        <a:ext cx="3128586" cy="10708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3286C2-B63E-4D53-BD5D-8D1E11CA62D6}">
      <dsp:nvSpPr>
        <dsp:cNvPr id="0" name=""/>
        <dsp:cNvSpPr/>
      </dsp:nvSpPr>
      <dsp:spPr>
        <a:xfrm rot="10800000">
          <a:off x="547171" y="382"/>
          <a:ext cx="9018328" cy="704677"/>
        </a:xfrm>
        <a:prstGeom prst="homePlat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0743" tIns="76200" rIns="14224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solidFill>
                <a:schemeClr val="bg1"/>
              </a:solidFill>
              <a:effectLst/>
              <a:latin typeface="Arial Narrow" panose="020B0606020202030204" pitchFamily="34" charset="0"/>
            </a:rPr>
            <a:t>ВВЕДЕНИЕ (ОБЯЗАТЕЛЬНЫЙ ЭЛЕМЕНТ ВСЕХ ВКР)</a:t>
          </a:r>
        </a:p>
      </dsp:txBody>
      <dsp:txXfrm rot="10800000">
        <a:off x="723340" y="382"/>
        <a:ext cx="8842159" cy="704677"/>
      </dsp:txXfrm>
    </dsp:sp>
    <dsp:sp modelId="{8FC504F1-C8B3-4190-921F-895780237403}">
      <dsp:nvSpPr>
        <dsp:cNvPr id="0" name=""/>
        <dsp:cNvSpPr/>
      </dsp:nvSpPr>
      <dsp:spPr>
        <a:xfrm>
          <a:off x="94959" y="382"/>
          <a:ext cx="704677" cy="704677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1FFBEA-4AEB-4307-8EAA-FAAA1D03E7A9}">
      <dsp:nvSpPr>
        <dsp:cNvPr id="0" name=""/>
        <dsp:cNvSpPr/>
      </dsp:nvSpPr>
      <dsp:spPr>
        <a:xfrm rot="10800000">
          <a:off x="547171" y="915411"/>
          <a:ext cx="9018328" cy="704677"/>
        </a:xfrm>
        <a:prstGeom prst="homePlate">
          <a:avLst/>
        </a:prstGeom>
        <a:gradFill rotWithShape="0">
          <a:gsLst>
            <a:gs pos="0">
              <a:schemeClr val="accent5">
                <a:hueOff val="287624"/>
                <a:satOff val="821"/>
                <a:lumOff val="-549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287624"/>
                <a:satOff val="821"/>
                <a:lumOff val="-549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287624"/>
                <a:satOff val="821"/>
                <a:lumOff val="-549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0743" tIns="76200" rIns="14224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solidFill>
                <a:schemeClr val="bg1"/>
              </a:solidFill>
              <a:effectLst/>
              <a:latin typeface="Arial Narrow" panose="020B0606020202030204" pitchFamily="34" charset="0"/>
            </a:rPr>
            <a:t>1. ПОСТАНОВКА ЗАДАЧИ И ОБОСНОВАНИЕ ВЫБОРА МЕТОДА. </a:t>
          </a:r>
          <a:br>
            <a:rPr lang="ru-RU" sz="2000" b="1" kern="1200" dirty="0">
              <a:solidFill>
                <a:schemeClr val="bg1"/>
              </a:solidFill>
              <a:effectLst/>
              <a:latin typeface="Arial Narrow" panose="020B0606020202030204" pitchFamily="34" charset="0"/>
            </a:rPr>
          </a:br>
          <a:r>
            <a:rPr lang="ru-RU" sz="2000" b="1" kern="1200" dirty="0">
              <a:solidFill>
                <a:schemeClr val="bg1"/>
              </a:solidFill>
              <a:effectLst/>
              <a:latin typeface="Arial Narrow" panose="020B0606020202030204" pitchFamily="34" charset="0"/>
            </a:rPr>
            <a:t>ИСХОДНЫЕ ДАННЫЕ</a:t>
          </a:r>
        </a:p>
      </dsp:txBody>
      <dsp:txXfrm rot="10800000">
        <a:off x="723340" y="915411"/>
        <a:ext cx="8842159" cy="704677"/>
      </dsp:txXfrm>
    </dsp:sp>
    <dsp:sp modelId="{FAB446A7-A3D2-4B88-9CD5-0E5697102C9D}">
      <dsp:nvSpPr>
        <dsp:cNvPr id="0" name=""/>
        <dsp:cNvSpPr/>
      </dsp:nvSpPr>
      <dsp:spPr>
        <a:xfrm>
          <a:off x="94959" y="915411"/>
          <a:ext cx="704677" cy="704677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3B8580-5421-499B-B041-B8A9C7C4FDDC}">
      <dsp:nvSpPr>
        <dsp:cNvPr id="0" name=""/>
        <dsp:cNvSpPr/>
      </dsp:nvSpPr>
      <dsp:spPr>
        <a:xfrm rot="10800000">
          <a:off x="547171" y="1830440"/>
          <a:ext cx="9018328" cy="704677"/>
        </a:xfrm>
        <a:prstGeom prst="homePlate">
          <a:avLst/>
        </a:prstGeom>
        <a:gradFill rotWithShape="0">
          <a:gsLst>
            <a:gs pos="0">
              <a:schemeClr val="accent5">
                <a:hueOff val="575249"/>
                <a:satOff val="1643"/>
                <a:lumOff val="-1098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575249"/>
                <a:satOff val="1643"/>
                <a:lumOff val="-1098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575249"/>
                <a:satOff val="1643"/>
                <a:lumOff val="-1098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0743" tIns="76200" rIns="14224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solidFill>
                <a:schemeClr val="bg1"/>
              </a:solidFill>
              <a:effectLst/>
              <a:latin typeface="Arial Narrow" panose="020B0606020202030204" pitchFamily="34" charset="0"/>
            </a:rPr>
            <a:t>2. МАТЕМАТИЧЕСКАЯ МОДЕЛЬ. АЛГОРИТМ</a:t>
          </a:r>
        </a:p>
      </dsp:txBody>
      <dsp:txXfrm rot="10800000">
        <a:off x="723340" y="1830440"/>
        <a:ext cx="8842159" cy="704677"/>
      </dsp:txXfrm>
    </dsp:sp>
    <dsp:sp modelId="{D6AE06AD-9CDC-4783-BCB8-AD19E5C225E2}">
      <dsp:nvSpPr>
        <dsp:cNvPr id="0" name=""/>
        <dsp:cNvSpPr/>
      </dsp:nvSpPr>
      <dsp:spPr>
        <a:xfrm>
          <a:off x="94959" y="1830440"/>
          <a:ext cx="704677" cy="704677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C01BF7-AF5F-4D62-BF2D-A4229C62939A}">
      <dsp:nvSpPr>
        <dsp:cNvPr id="0" name=""/>
        <dsp:cNvSpPr/>
      </dsp:nvSpPr>
      <dsp:spPr>
        <a:xfrm rot="10800000">
          <a:off x="547171" y="2745469"/>
          <a:ext cx="9018328" cy="704677"/>
        </a:xfrm>
        <a:prstGeom prst="homePlate">
          <a:avLst/>
        </a:prstGeom>
        <a:gradFill rotWithShape="0">
          <a:gsLst>
            <a:gs pos="0">
              <a:schemeClr val="accent5">
                <a:hueOff val="862873"/>
                <a:satOff val="2464"/>
                <a:lumOff val="-1647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862873"/>
                <a:satOff val="2464"/>
                <a:lumOff val="-1647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862873"/>
                <a:satOff val="2464"/>
                <a:lumOff val="-1647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0743" tIns="76200" rIns="14224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solidFill>
                <a:schemeClr val="bg1"/>
              </a:solidFill>
              <a:effectLst/>
              <a:latin typeface="Arial Narrow" panose="020B0606020202030204" pitchFamily="34" charset="0"/>
            </a:rPr>
            <a:t>3. РЕАЛИЗАЦИЯ ТЕХНОЛОГИЧЕСКОГО РЕШЕНИЯ</a:t>
          </a:r>
        </a:p>
      </dsp:txBody>
      <dsp:txXfrm rot="10800000">
        <a:off x="723340" y="2745469"/>
        <a:ext cx="8842159" cy="704677"/>
      </dsp:txXfrm>
    </dsp:sp>
    <dsp:sp modelId="{DAB90506-1F8B-478C-8B5F-F0BBC5463C2B}">
      <dsp:nvSpPr>
        <dsp:cNvPr id="0" name=""/>
        <dsp:cNvSpPr/>
      </dsp:nvSpPr>
      <dsp:spPr>
        <a:xfrm>
          <a:off x="94959" y="2745469"/>
          <a:ext cx="704677" cy="704677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342A5D-12C2-4755-88F4-DB57059DCC3B}">
      <dsp:nvSpPr>
        <dsp:cNvPr id="0" name=""/>
        <dsp:cNvSpPr/>
      </dsp:nvSpPr>
      <dsp:spPr>
        <a:xfrm rot="10800000">
          <a:off x="547171" y="3660498"/>
          <a:ext cx="9018328" cy="704677"/>
        </a:xfrm>
        <a:prstGeom prst="homePlate">
          <a:avLst/>
        </a:prstGeom>
        <a:gradFill rotWithShape="0">
          <a:gsLst>
            <a:gs pos="0">
              <a:schemeClr val="accent5">
                <a:hueOff val="1150497"/>
                <a:satOff val="3286"/>
                <a:lumOff val="-2196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1150497"/>
                <a:satOff val="3286"/>
                <a:lumOff val="-2196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1150497"/>
                <a:satOff val="3286"/>
                <a:lumOff val="-2196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0743" tIns="76200" rIns="14224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solidFill>
                <a:schemeClr val="bg1"/>
              </a:solidFill>
              <a:effectLst/>
              <a:latin typeface="Arial Narrow" panose="020B0606020202030204" pitchFamily="34" charset="0"/>
            </a:rPr>
            <a:t>4. АПРОБАЦИЯ И АНАЛИЗ РЕЗУЛЬТАТОВ</a:t>
          </a:r>
        </a:p>
      </dsp:txBody>
      <dsp:txXfrm rot="10800000">
        <a:off x="723340" y="3660498"/>
        <a:ext cx="8842159" cy="704677"/>
      </dsp:txXfrm>
    </dsp:sp>
    <dsp:sp modelId="{8A8446F4-8D9D-4290-96E8-CE8C0043095F}">
      <dsp:nvSpPr>
        <dsp:cNvPr id="0" name=""/>
        <dsp:cNvSpPr/>
      </dsp:nvSpPr>
      <dsp:spPr>
        <a:xfrm>
          <a:off x="94959" y="3644417"/>
          <a:ext cx="704677" cy="704677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956D43-66AD-4FF0-B0C3-91AED4AEE9DE}">
      <dsp:nvSpPr>
        <dsp:cNvPr id="0" name=""/>
        <dsp:cNvSpPr/>
      </dsp:nvSpPr>
      <dsp:spPr>
        <a:xfrm rot="10800000">
          <a:off x="547171" y="4575527"/>
          <a:ext cx="9018328" cy="704677"/>
        </a:xfrm>
        <a:prstGeom prst="homePlate">
          <a:avLst/>
        </a:prstGeom>
        <a:gradFill rotWithShape="0">
          <a:gsLst>
            <a:gs pos="0">
              <a:schemeClr val="accent5">
                <a:hueOff val="1438121"/>
                <a:satOff val="4107"/>
                <a:lumOff val="-2745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1438121"/>
                <a:satOff val="4107"/>
                <a:lumOff val="-2745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1438121"/>
                <a:satOff val="4107"/>
                <a:lumOff val="-2745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0743" tIns="76200" rIns="14224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solidFill>
                <a:schemeClr val="bg1"/>
              </a:solidFill>
              <a:effectLst/>
              <a:latin typeface="Arial Narrow" panose="020B0606020202030204" pitchFamily="34" charset="0"/>
            </a:rPr>
            <a:t>ЗАКЛЮЧЕНИЕ (ОБЯЗАТЕЛЬНЫЙ ЭЛЕМЕНТ ВСЕХ ВКР)</a:t>
          </a:r>
        </a:p>
      </dsp:txBody>
      <dsp:txXfrm rot="10800000">
        <a:off x="723340" y="4575527"/>
        <a:ext cx="8842159" cy="704677"/>
      </dsp:txXfrm>
    </dsp:sp>
    <dsp:sp modelId="{EDA0F6A9-4094-4FDC-BE42-73FE359C9A27}">
      <dsp:nvSpPr>
        <dsp:cNvPr id="0" name=""/>
        <dsp:cNvSpPr/>
      </dsp:nvSpPr>
      <dsp:spPr>
        <a:xfrm>
          <a:off x="94959" y="4575527"/>
          <a:ext cx="704677" cy="704677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40734-2E12-4E38-9400-C460E93C2123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78E40-7E2C-472B-8696-3FAA1FA316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58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50BB2E-B5B5-4F57-B92A-87818421E73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927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058030CC-D87D-4EEB-8A2D-6BFE7B607F6D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7730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4147-8B65-410B-AE1D-45DC145416A3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41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8DADF63C-C335-420A-9337-C7A594ED0FF5}" type="datetime1">
              <a:rPr lang="en-US" smtClean="0"/>
              <a:t>10/24/2025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21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F4771-BD17-4EB8-ADF9-1BB157D3DF6D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74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A011E-8166-4C3D-97F5-E14CF9138744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85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1584C-7724-44E7-8976-16825D264576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4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4E857-F3B1-4029-B09A-E4ACA52203F4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727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4493727B-DD9A-40E4-A893-AC46B1147BBE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468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18D951C5-80B9-46A4-9C0C-57BAA9C66F0B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63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57B2-74E9-4061-83FA-6376EF25197B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210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3588EA4B-3CEB-423E-B955-A77ED5966078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1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9576343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1873188"/>
            <a:ext cx="9576343" cy="4090592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B65A22E1-147C-4898-9505-02DC8382335E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2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39" y="178748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3">
            <a:extLst>
              <a:ext uri="{FF2B5EF4-FFF2-40B4-BE49-F238E27FC236}">
                <a16:creationId xmlns:a16="http://schemas.microsoft.com/office/drawing/2014/main" id="{712AD195-4DE3-857D-A2FF-41152805D8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32563" t="1" r="46571" b="-2"/>
          <a:stretch/>
        </p:blipFill>
        <p:spPr>
          <a:xfrm flipH="1">
            <a:off x="6773" y="-19868"/>
            <a:ext cx="19134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pic>
        <p:nvPicPr>
          <p:cNvPr id="13" name="Picture 14">
            <a:extLst>
              <a:ext uri="{FF2B5EF4-FFF2-40B4-BE49-F238E27FC236}">
                <a16:creationId xmlns:a16="http://schemas.microsoft.com/office/drawing/2014/main" id="{C91DC008-9E9D-25A2-8B8F-385001A9D9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99" y="284124"/>
            <a:ext cx="783084" cy="754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ue and white sign with a computer screen and a letter s&#10;&#10;Description automatically generated">
            <a:extLst>
              <a:ext uri="{FF2B5EF4-FFF2-40B4-BE49-F238E27FC236}">
                <a16:creationId xmlns:a16="http://schemas.microsoft.com/office/drawing/2014/main" id="{A259BFD3-45E4-E0DC-E016-616FA7A4686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99" y="5827923"/>
            <a:ext cx="783084" cy="85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8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37" r:id="rId5"/>
    <p:sldLayoutId id="2147483742" r:id="rId6"/>
    <p:sldLayoutId id="2147483738" r:id="rId7"/>
    <p:sldLayoutId id="2147483739" r:id="rId8"/>
    <p:sldLayoutId id="2147483740" r:id="rId9"/>
    <p:sldLayoutId id="2147483741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4000" b="0" kern="1200" spc="0" baseline="0">
          <a:solidFill>
            <a:schemeClr val="tx1">
              <a:lumMod val="75000"/>
              <a:lumOff val="25000"/>
            </a:schemeClr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2000" b="0" kern="1200" spc="0" baseline="0">
          <a:solidFill>
            <a:schemeClr val="tx1">
              <a:lumMod val="75000"/>
              <a:lumOff val="25000"/>
            </a:schemeClr>
          </a:solidFill>
          <a:latin typeface="Arial Narrow" panose="020B060602020203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kern="1200" spc="0" baseline="0">
          <a:solidFill>
            <a:schemeClr val="tx1">
              <a:lumMod val="75000"/>
              <a:lumOff val="25000"/>
            </a:schemeClr>
          </a:solidFill>
          <a:latin typeface="Arial Narrow" panose="020B0606020202030204" pitchFamily="34" charset="0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600" i="1" kern="1200" spc="0" baseline="0">
          <a:solidFill>
            <a:schemeClr val="tx1">
              <a:lumMod val="75000"/>
              <a:lumOff val="25000"/>
            </a:schemeClr>
          </a:solidFill>
          <a:latin typeface="Arial Narrow" panose="020B0606020202030204" pitchFamily="34" charset="0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0" baseline="0">
          <a:solidFill>
            <a:schemeClr val="tx1">
              <a:lumMod val="75000"/>
              <a:lumOff val="25000"/>
            </a:schemeClr>
          </a:solidFill>
          <a:latin typeface="Arial Narrow" panose="020B0606020202030204" pitchFamily="34" charset="0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050" i="1" kern="1200" spc="0" baseline="0">
          <a:solidFill>
            <a:schemeClr val="tx1">
              <a:lumMod val="75000"/>
              <a:lumOff val="25000"/>
            </a:schemeClr>
          </a:solidFill>
          <a:latin typeface="Arial Narrow" panose="020B0606020202030204" pitchFamily="34" charset="0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65B8D6-AA55-F762-FA77-035FC746BE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81" r="5802" b="-1"/>
          <a:stretch/>
        </p:blipFill>
        <p:spPr>
          <a:xfrm>
            <a:off x="4487333" y="1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D36D47-40B7-494B-B249-3CBA333DE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03AD0D1C-F8BA-4CD1-BC4D-BE1823F3E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7283242" cy="6858000"/>
          </a:xfrm>
          <a:custGeom>
            <a:avLst/>
            <a:gdLst>
              <a:gd name="connsiteX0" fmla="*/ 0 w 7163694"/>
              <a:gd name="connsiteY0" fmla="*/ 0 h 6858000"/>
              <a:gd name="connsiteX1" fmla="*/ 5525402 w 7163694"/>
              <a:gd name="connsiteY1" fmla="*/ 0 h 6858000"/>
              <a:gd name="connsiteX2" fmla="*/ 5541001 w 7163694"/>
              <a:gd name="connsiteY2" fmla="*/ 10445 h 6858000"/>
              <a:gd name="connsiteX3" fmla="*/ 7163694 w 7163694"/>
              <a:gd name="connsiteY3" fmla="*/ 3621913 h 6858000"/>
              <a:gd name="connsiteX4" fmla="*/ 5263827 w 7163694"/>
              <a:gd name="connsiteY4" fmla="*/ 6378742 h 6858000"/>
              <a:gd name="connsiteX5" fmla="*/ 4740144 w 7163694"/>
              <a:gd name="connsiteY5" fmla="*/ 6785068 h 6858000"/>
              <a:gd name="connsiteX6" fmla="*/ 4633550 w 7163694"/>
              <a:gd name="connsiteY6" fmla="*/ 6858000 h 6858000"/>
              <a:gd name="connsiteX7" fmla="*/ 0 w 716369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63694" h="6858000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1D694-4815-89BD-46D8-DE33DC1D5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5848" y="1823522"/>
            <a:ext cx="5647902" cy="3066706"/>
          </a:xfrm>
        </p:spPr>
        <p:txBody>
          <a:bodyPr anchor="b">
            <a:noAutofit/>
          </a:bodyPr>
          <a:lstStyle/>
          <a:p>
            <a:r>
              <a:rPr lang="ru-RU" sz="3600" b="0" kern="0" cap="none" spc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Семинар по подготовке выпускных квалификационных работ</a:t>
            </a:r>
            <a:br>
              <a:rPr lang="ru-RU" sz="3600" b="0" kern="0" cap="none" spc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</a:br>
            <a:r>
              <a:rPr lang="ru-RU" sz="3600" b="0" kern="0" cap="none" spc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на программах специализированного высшего образования</a:t>
            </a:r>
            <a:endParaRPr lang="ru-RU" sz="3600" b="0" spc="0" dirty="0">
              <a:latin typeface="Impact" panose="020B080603090205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7857BF-D389-675A-080C-5F393E6A8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8386" y="4770484"/>
            <a:ext cx="4162357" cy="1576188"/>
          </a:xfrm>
        </p:spPr>
        <p:txBody>
          <a:bodyPr anchor="t">
            <a:normAutofit lnSpcReduction="10000"/>
          </a:bodyPr>
          <a:lstStyle/>
          <a:p>
            <a:br>
              <a:rPr lang="ru-RU" dirty="0"/>
            </a:br>
            <a:r>
              <a:rPr lang="ru-RU" dirty="0"/>
              <a:t>Рекомендации и требования</a:t>
            </a:r>
            <a:br>
              <a:rPr lang="ru-RU" dirty="0"/>
            </a:br>
            <a:endParaRPr lang="ru-RU" spc="0" dirty="0">
              <a:latin typeface="Arial Narrow" panose="020B0606020202030204" pitchFamily="34" charset="0"/>
            </a:endParaRPr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3478FB9D-35C4-1B78-4914-6E0BAFA1A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86" y="273721"/>
            <a:ext cx="783084" cy="754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C96C080-C98C-7130-1FE9-3A12CA6B7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72" y="1190625"/>
            <a:ext cx="757273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90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412A6B-CF0C-5F43-22BA-F2E031812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620" y="453756"/>
            <a:ext cx="9905999" cy="705776"/>
          </a:xfrm>
        </p:spPr>
        <p:txBody>
          <a:bodyPr>
            <a:normAutofit fontScale="90000"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График подготовки ВКР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6E5CDD1-AC3A-CFA7-A2AB-CCE251CE0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23186" y="6356350"/>
            <a:ext cx="625813" cy="365125"/>
          </a:xfrm>
        </p:spPr>
        <p:txBody>
          <a:bodyPr/>
          <a:lstStyle/>
          <a:p>
            <a:fld id="{D91410E1-3772-4EB3-8B12-A397FF3D8C39}" type="slidenum">
              <a:rPr lang="ru-RU" sz="2400">
                <a:latin typeface="Arial Black" panose="020B0A04020102020204" pitchFamily="34" charset="0"/>
              </a:rPr>
              <a:t>2</a:t>
            </a:fld>
            <a:endParaRPr lang="ru-RU" sz="2400">
              <a:latin typeface="Arial Black" panose="020B0A040201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548EEC-60CA-006F-3F62-A6A2FE8E5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9299" y="1712645"/>
            <a:ext cx="9576343" cy="4090592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600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Октябрь</a:t>
            </a: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	Определение решаемой задачи. Образ результата. </a:t>
            </a:r>
            <a:r>
              <a:rPr lang="ru-R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Формулировка темы</a:t>
            </a:r>
            <a:br>
              <a:rPr lang="ru-R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	</a:t>
            </a:r>
            <a:r>
              <a:rPr lang="ru-RU" sz="16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=</a:t>
            </a:r>
            <a:r>
              <a:rPr lang="en-US" sz="16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&gt; </a:t>
            </a:r>
            <a:r>
              <a:rPr lang="ru-RU" sz="16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Научный руководитель (и консультант)	</a:t>
            </a:r>
            <a:br>
              <a:rPr lang="ru-RU" sz="16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b="1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Ноябрь</a:t>
            </a: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	Кабинетные исследования. Библиография. Обоснование актуальности темы с научной и практической</a:t>
            </a:r>
            <a:b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	точек зрения. =</a:t>
            </a:r>
            <a:r>
              <a:rPr lang="en-US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&gt; </a:t>
            </a:r>
            <a:r>
              <a:rPr lang="ru-RU" sz="16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Формулировка темы, согласованная с научным руководителем (и консультантом)</a:t>
            </a:r>
            <a:b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b="1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Декабрь</a:t>
            </a: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	Анализ эмпирических данных. План (структура) ВКР и концепция разработки</a:t>
            </a:r>
            <a:b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	 =</a:t>
            </a:r>
            <a:r>
              <a:rPr lang="en-US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&gt; </a:t>
            </a:r>
            <a:r>
              <a:rPr lang="ru-RU" sz="16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Обсуждение и утверждение плана-проспекта ВКР</a:t>
            </a: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b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b="1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Январь</a:t>
            </a: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	Теоретические главы. Методология.</a:t>
            </a:r>
            <a:b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	</a:t>
            </a: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=</a:t>
            </a:r>
            <a:r>
              <a:rPr lang="en-US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  <a:r>
              <a:rPr lang="ru-R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Подготовка публикации результатов</a:t>
            </a:r>
            <a:r>
              <a:rPr lang="en-US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]</a:t>
            </a: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b="1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Февраль</a:t>
            </a: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	Стек технологий. Разработка решения. Модель. Подход. Данные</a:t>
            </a:r>
            <a:b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	 =</a:t>
            </a:r>
            <a:r>
              <a:rPr lang="en-US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&gt; </a:t>
            </a:r>
            <a:r>
              <a:rPr lang="ru-R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6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MVP</a:t>
            </a:r>
            <a:br>
              <a:rPr lang="ru-RU" sz="16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b="1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Март</a:t>
            </a: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	Тестирование. Оценка результатов. Апробация.</a:t>
            </a:r>
            <a:b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	 =</a:t>
            </a:r>
            <a:r>
              <a:rPr lang="en-US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&gt; </a:t>
            </a:r>
            <a:r>
              <a:rPr lang="ru-RU" sz="16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Техническая документация. Описание разработки</a:t>
            </a:r>
            <a:br>
              <a:rPr lang="ru-R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b="1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Апрель</a:t>
            </a:r>
            <a:r>
              <a:rPr lang="ru-R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Доработка решения (при необходимости). Оформление работы. </a:t>
            </a: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ru-RU" sz="16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Публикация</a:t>
            </a: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]</a:t>
            </a:r>
            <a:b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	 =</a:t>
            </a:r>
            <a:r>
              <a:rPr lang="en-US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&gt; </a:t>
            </a:r>
            <a:r>
              <a:rPr lang="ru-RU" sz="16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Полностью готовая ВКР.</a:t>
            </a:r>
            <a:br>
              <a:rPr lang="ru-RU" sz="16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b="1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Май</a:t>
            </a: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	Отзыв руководителя (и консультанта). Данные об использовании результата. Презентация и доклад.</a:t>
            </a:r>
            <a:b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	Предзащита  =</a:t>
            </a:r>
            <a:r>
              <a:rPr lang="en-US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&gt; </a:t>
            </a:r>
            <a:r>
              <a:rPr lang="ru-RU" sz="16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Допуск до защиты</a:t>
            </a:r>
            <a:br>
              <a:rPr lang="ru-RU" sz="1600" kern="100" dirty="0"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1600" b="1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Июнь</a:t>
            </a: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	Рецензия (внешняя независимая оценка). </a:t>
            </a:r>
            <a:r>
              <a:rPr lang="ru-RU" sz="1600" b="1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Защита</a:t>
            </a:r>
            <a:r>
              <a:rPr lang="ru-RU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E936FC-35CD-24A5-02BD-4B280684B351}"/>
              </a:ext>
            </a:extLst>
          </p:cNvPr>
          <p:cNvSpPr txBox="1"/>
          <p:nvPr/>
        </p:nvSpPr>
        <p:spPr>
          <a:xfrm>
            <a:off x="1899299" y="1343313"/>
            <a:ext cx="867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Месяц	Действия и </a:t>
            </a:r>
            <a:r>
              <a:rPr lang="ru-RU" b="1" i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результат</a:t>
            </a:r>
            <a:endParaRPr lang="en-US" b="1" i="1" kern="100" dirty="0">
              <a:solidFill>
                <a:schemeClr val="tx1">
                  <a:lumMod val="75000"/>
                  <a:lumOff val="25000"/>
                </a:schemeClr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840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B558BCB6-2934-5C94-50C9-0AC5345C0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23186" y="6356350"/>
            <a:ext cx="625813" cy="365125"/>
          </a:xfrm>
        </p:spPr>
        <p:txBody>
          <a:bodyPr/>
          <a:lstStyle/>
          <a:p>
            <a:fld id="{D91410E1-3772-4EB3-8B12-A397FF3D8C39}" type="slidenum">
              <a:rPr lang="ru-RU" sz="2400">
                <a:latin typeface="Arial Black" panose="020B0A04020102020204" pitchFamily="34" charset="0"/>
              </a:rPr>
              <a:t>3</a:t>
            </a:fld>
            <a:endParaRPr lang="ru-RU" sz="2400">
              <a:latin typeface="Arial Black" panose="020B0A040201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E5E2FB-99F5-7F2E-B450-A0B19B6B2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040" y="393008"/>
            <a:ext cx="9905999" cy="1360898"/>
          </a:xfrm>
        </p:spPr>
        <p:txBody>
          <a:bodyPr>
            <a:normAutofit fontScale="90000"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Выпускная квалификационная работа –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магистерская диссертация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]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37BD64-1926-E729-0B5D-725A7EF8A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4040" y="1873188"/>
            <a:ext cx="9576343" cy="409059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b="1" i="1" dirty="0">
                <a:solidFill>
                  <a:srgbClr val="C00000"/>
                </a:solidFill>
                <a:latin typeface="Arial Narrow" panose="020B0606020202030204" pitchFamily="34" charset="0"/>
              </a:rPr>
              <a:t>Выпускная</a:t>
            </a:r>
            <a:r>
              <a:rPr lang="ru-RU" dirty="0">
                <a:latin typeface="Arial Narrow" panose="020B0606020202030204" pitchFamily="34" charset="0"/>
              </a:rPr>
              <a:t>… – обязательное условие успешного завершения обучения, артефакт, </a:t>
            </a:r>
            <a:br>
              <a:rPr lang="ru-RU" dirty="0">
                <a:latin typeface="Arial Narrow" panose="020B0606020202030204" pitchFamily="34" charset="0"/>
              </a:rPr>
            </a:br>
            <a:r>
              <a:rPr lang="ru-RU" dirty="0">
                <a:latin typeface="Arial Narrow" panose="020B0606020202030204" pitchFamily="34" charset="0"/>
              </a:rPr>
              <a:t>                         без которого нельзя получить </a:t>
            </a:r>
            <a:r>
              <a:rPr lang="ru-RU" u="sng" dirty="0">
                <a:latin typeface="Arial Narrow" panose="020B0606020202030204" pitchFamily="34" charset="0"/>
              </a:rPr>
              <a:t>диплом об окончании магистратуры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dirty="0">
                <a:latin typeface="Arial Narrow" panose="020B0606020202030204" pitchFamily="34" charset="0"/>
              </a:rPr>
              <a:t>…</a:t>
            </a:r>
            <a:r>
              <a:rPr lang="ru-RU" b="1" i="1" dirty="0">
                <a:solidFill>
                  <a:srgbClr val="FF0000"/>
                </a:solidFill>
                <a:latin typeface="Arial Narrow" panose="020B0606020202030204" pitchFamily="34" charset="0"/>
              </a:rPr>
              <a:t>квалификационная</a:t>
            </a:r>
            <a:r>
              <a:rPr lang="ru-RU" dirty="0">
                <a:latin typeface="Arial Narrow" panose="020B0606020202030204" pitchFamily="34" charset="0"/>
              </a:rPr>
              <a:t>… – (1) подтверждает приобретенную </a:t>
            </a:r>
            <a:r>
              <a:rPr lang="ru-RU" u="sng" dirty="0">
                <a:latin typeface="Arial Narrow" panose="020B0606020202030204" pitchFamily="34" charset="0"/>
              </a:rPr>
              <a:t>квалификацию</a:t>
            </a:r>
            <a:r>
              <a:rPr lang="ru-RU" dirty="0">
                <a:latin typeface="Arial Narrow" panose="020B0606020202030204" pitchFamily="34" charset="0"/>
              </a:rPr>
              <a:t>, </a:t>
            </a:r>
            <a:br>
              <a:rPr lang="ru-RU" dirty="0">
                <a:latin typeface="Arial Narrow" panose="020B0606020202030204" pitchFamily="34" charset="0"/>
              </a:rPr>
            </a:br>
            <a:r>
              <a:rPr lang="ru-RU" dirty="0">
                <a:latin typeface="Arial Narrow" panose="020B0606020202030204" pitchFamily="34" charset="0"/>
              </a:rPr>
              <a:t>                                              (2) соответствует квалификационным (формальным) </a:t>
            </a:r>
            <a:r>
              <a:rPr lang="ru-RU" u="sng" dirty="0">
                <a:latin typeface="Arial Narrow" panose="020B0606020202030204" pitchFamily="34" charset="0"/>
              </a:rPr>
              <a:t>критериям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b="1" i="1" dirty="0">
                <a:latin typeface="Arial Narrow" panose="020B0606020202030204" pitchFamily="34" charset="0"/>
              </a:rPr>
              <a:t>		             ВКР М – это уровень публикации в рецензируемом журнале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dirty="0">
                <a:latin typeface="Arial Narrow" panose="020B0606020202030204" pitchFamily="34" charset="0"/>
              </a:rPr>
              <a:t>…</a:t>
            </a:r>
            <a:r>
              <a:rPr lang="ru-RU" b="1" i="1" dirty="0">
                <a:solidFill>
                  <a:srgbClr val="FFC000"/>
                </a:solidFill>
                <a:latin typeface="Arial Narrow" panose="020B0606020202030204" pitchFamily="34" charset="0"/>
              </a:rPr>
              <a:t>работа</a:t>
            </a:r>
            <a:r>
              <a:rPr lang="ru-RU" dirty="0">
                <a:latin typeface="Arial Narrow" panose="020B0606020202030204" pitchFamily="34" charset="0"/>
              </a:rPr>
              <a:t>… – подготовка требует определенных трудозатрат в течение достаточно</a:t>
            </a:r>
            <a:br>
              <a:rPr lang="ru-RU" dirty="0">
                <a:latin typeface="Arial Narrow" panose="020B0606020202030204" pitchFamily="34" charset="0"/>
              </a:rPr>
            </a:br>
            <a:r>
              <a:rPr lang="ru-RU" dirty="0">
                <a:latin typeface="Arial Narrow" panose="020B0606020202030204" pitchFamily="34" charset="0"/>
              </a:rPr>
              <a:t>                       </a:t>
            </a:r>
            <a:r>
              <a:rPr lang="ru-RU" dirty="0"/>
              <a:t>продолжительного времени</a:t>
            </a:r>
            <a:r>
              <a:rPr lang="ru-RU" dirty="0">
                <a:latin typeface="Arial Narrow" panose="020B0606020202030204" pitchFamily="34" charset="0"/>
              </a:rPr>
              <a:t>, т.е. имеет достаточно </a:t>
            </a:r>
            <a:r>
              <a:rPr lang="ru-RU" u="sng" dirty="0">
                <a:latin typeface="Arial Narrow" panose="020B0606020202030204" pitchFamily="34" charset="0"/>
              </a:rPr>
              <a:t>высокую трудоемкость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Arial Narrow" panose="020B0606020202030204" pitchFamily="34" charset="0"/>
              </a:rPr>
              <a:t>[</a:t>
            </a:r>
            <a:r>
              <a:rPr lang="ru-RU" dirty="0">
                <a:latin typeface="Arial Narrow" panose="020B0606020202030204" pitchFamily="34" charset="0"/>
              </a:rPr>
              <a:t>…</a:t>
            </a:r>
            <a:r>
              <a:rPr lang="ru-RU" b="1" i="1" dirty="0">
                <a:solidFill>
                  <a:srgbClr val="00B050"/>
                </a:solidFill>
                <a:latin typeface="Arial Narrow" panose="020B0606020202030204" pitchFamily="34" charset="0"/>
              </a:rPr>
              <a:t>магистерская</a:t>
            </a:r>
            <a:r>
              <a:rPr lang="ru-RU" dirty="0">
                <a:latin typeface="Arial Narrow" panose="020B0606020202030204" pitchFamily="34" charset="0"/>
              </a:rPr>
              <a:t>… – магистр = </a:t>
            </a:r>
            <a:r>
              <a:rPr lang="en-US" dirty="0">
                <a:latin typeface="Arial Narrow" panose="020B0606020202030204" pitchFamily="34" charset="0"/>
              </a:rPr>
              <a:t>Master of Science (MSc)</a:t>
            </a:r>
            <a:r>
              <a:rPr lang="ru-RU" dirty="0">
                <a:latin typeface="Arial Narrow" panose="020B0606020202030204" pitchFamily="34" charset="0"/>
              </a:rPr>
              <a:t>, первая ученая степень, соответствующая </a:t>
            </a:r>
            <a:br>
              <a:rPr lang="ru-RU" dirty="0">
                <a:latin typeface="Arial Narrow" panose="020B0606020202030204" pitchFamily="34" charset="0"/>
              </a:rPr>
            </a:br>
            <a:r>
              <a:rPr lang="ru-RU" dirty="0">
                <a:latin typeface="Arial Narrow" panose="020B0606020202030204" pitchFamily="34" charset="0"/>
              </a:rPr>
              <a:t>                                 </a:t>
            </a:r>
            <a:r>
              <a:rPr lang="ru-RU" u="sng" dirty="0">
                <a:latin typeface="Arial Narrow" panose="020B0606020202030204" pitchFamily="34" charset="0"/>
              </a:rPr>
              <a:t>академическим нормам </a:t>
            </a:r>
            <a:r>
              <a:rPr lang="ru-RU" dirty="0">
                <a:latin typeface="Arial Narrow" panose="020B0606020202030204" pitchFamily="34" charset="0"/>
              </a:rPr>
              <a:t>(язык, оформление, достоверность, научная этика)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dirty="0">
                <a:latin typeface="Arial Narrow" panose="020B0606020202030204" pitchFamily="34" charset="0"/>
              </a:rPr>
              <a:t>… </a:t>
            </a:r>
            <a:r>
              <a:rPr lang="ru-RU" b="1" i="1" dirty="0">
                <a:solidFill>
                  <a:srgbClr val="0070C0"/>
                </a:solidFill>
                <a:latin typeface="Arial Narrow" panose="020B0606020202030204" pitchFamily="34" charset="0"/>
              </a:rPr>
              <a:t>диссертация</a:t>
            </a:r>
            <a:r>
              <a:rPr lang="ru-RU" dirty="0">
                <a:latin typeface="Arial Narrow" panose="020B0606020202030204" pitchFamily="34" charset="0"/>
              </a:rPr>
              <a:t> – основанная на достижениях науки и обладающая новизной (содержащая </a:t>
            </a:r>
            <a:br>
              <a:rPr lang="ru-RU" dirty="0">
                <a:latin typeface="Arial Narrow" panose="020B0606020202030204" pitchFamily="34" charset="0"/>
              </a:rPr>
            </a:br>
            <a:r>
              <a:rPr lang="ru-RU" dirty="0">
                <a:latin typeface="Arial Narrow" panose="020B0606020202030204" pitchFamily="34" charset="0"/>
              </a:rPr>
              <a:t>                              добавленные знания), которая подтверждается </a:t>
            </a:r>
            <a:r>
              <a:rPr lang="ru-RU" u="sng" dirty="0">
                <a:latin typeface="Arial Narrow" panose="020B0606020202030204" pitchFamily="34" charset="0"/>
              </a:rPr>
              <a:t>воспроизводимыми результатами</a:t>
            </a:r>
            <a:r>
              <a:rPr lang="en-US" u="sng" dirty="0">
                <a:latin typeface="Arial Narrow" panose="020B0606020202030204" pitchFamily="34" charset="0"/>
              </a:rPr>
              <a:t>]</a:t>
            </a:r>
            <a:endParaRPr lang="ru-RU" u="sng" dirty="0">
              <a:latin typeface="Arial Narrow" panose="020B060602020203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ru-RU" u="sng" dirty="0">
              <a:solidFill>
                <a:schemeClr val="accent2">
                  <a:lumMod val="20000"/>
                  <a:lumOff val="80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A4A21EB1-A549-53AC-457A-45B6B2B69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7836" y="118097"/>
            <a:ext cx="1962326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89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2944" y="612643"/>
            <a:ext cx="9902735" cy="990600"/>
          </a:xfrm>
        </p:spPr>
        <p:txBody>
          <a:bodyPr>
            <a:norm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Выпускная квалификационная работа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82571" y="1915483"/>
            <a:ext cx="10709429" cy="182575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dirty="0">
                <a:latin typeface="Arial Narrow" panose="020B0606020202030204" pitchFamily="34" charset="0"/>
              </a:rPr>
              <a:t>ВКР представляет собой представление результатов самостоятельного и логически завершенного </a:t>
            </a:r>
            <a:br>
              <a:rPr lang="ru-RU" dirty="0">
                <a:latin typeface="Arial Narrow" panose="020B0606020202030204" pitchFamily="34" charset="0"/>
              </a:rPr>
            </a:br>
            <a:r>
              <a:rPr lang="ru-RU" dirty="0">
                <a:latin typeface="Arial Narrow" panose="020B0606020202030204" pitchFamily="34" charset="0"/>
              </a:rPr>
              <a:t>научно-практического (прикладного) исследования и/или научно-обоснованной </a:t>
            </a:r>
            <a:r>
              <a:rPr lang="ru-RU" dirty="0" err="1">
                <a:latin typeface="Arial Narrow" panose="020B0606020202030204" pitchFamily="34" charset="0"/>
              </a:rPr>
              <a:t>практикоориентированной</a:t>
            </a:r>
            <a:r>
              <a:rPr lang="ru-RU" dirty="0">
                <a:latin typeface="Arial Narrow" panose="020B0606020202030204" pitchFamily="34" charset="0"/>
              </a:rPr>
              <a:t> технологической разработки, связанных с решением задач профессиональной деятельности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410E1-3772-4EB3-8B12-A397FF3D8C39}" type="slidenum">
              <a:rPr lang="ru-RU" sz="2400">
                <a:latin typeface="Arial Black" panose="020B0A04020102020204" pitchFamily="34" charset="0"/>
              </a:rPr>
              <a:t>4</a:t>
            </a:fld>
            <a:endParaRPr lang="ru-RU" sz="2400">
              <a:latin typeface="Arial Black" panose="020B0A04020102020204" pitchFamily="34" charset="0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3630536" y="3128145"/>
            <a:ext cx="1198196" cy="576064"/>
          </a:xfrm>
          <a:prstGeom prst="downArrow">
            <a:avLst/>
          </a:prstGeom>
          <a:solidFill>
            <a:srgbClr val="00B0F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7" name="Down Arrow 6"/>
          <p:cNvSpPr/>
          <p:nvPr/>
        </p:nvSpPr>
        <p:spPr>
          <a:xfrm>
            <a:off x="8801999" y="3128145"/>
            <a:ext cx="1198196" cy="576064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8" name="Rectangle 7"/>
          <p:cNvSpPr/>
          <p:nvPr/>
        </p:nvSpPr>
        <p:spPr>
          <a:xfrm>
            <a:off x="1690899" y="3704209"/>
            <a:ext cx="5077471" cy="2449390"/>
          </a:xfrm>
          <a:prstGeom prst="rect">
            <a:avLst/>
          </a:prstGeom>
          <a:solidFill>
            <a:srgbClr val="00B0F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Исследовательская</a:t>
            </a:r>
          </a:p>
          <a:p>
            <a:pPr algn="ctr"/>
            <a:r>
              <a:rPr lang="ru-RU" sz="2000" dirty="0">
                <a:solidFill>
                  <a:schemeClr val="tx1"/>
                </a:solidFill>
                <a:latin typeface="Arial Narrow" panose="020B0606020202030204" pitchFamily="34" charset="0"/>
              </a:rPr>
              <a:t>ВКР как научное исследование, результатом которого является теоретическое обоснование методов, моделей, инструментов и др. и данные </a:t>
            </a:r>
            <a:br>
              <a:rPr lang="ru-RU" sz="2000" dirty="0">
                <a:solidFill>
                  <a:schemeClr val="tx1"/>
                </a:solidFill>
                <a:latin typeface="Arial Narrow" panose="020B0606020202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Arial Narrow" panose="020B0606020202030204" pitchFamily="34" charset="0"/>
              </a:rPr>
              <a:t>об их практической полезности (использовании, применении на практике и др.). </a:t>
            </a:r>
          </a:p>
        </p:txBody>
      </p:sp>
      <p:sp>
        <p:nvSpPr>
          <p:cNvPr id="9" name="Rectangle 8"/>
          <p:cNvSpPr/>
          <p:nvPr/>
        </p:nvSpPr>
        <p:spPr>
          <a:xfrm>
            <a:off x="6862362" y="3704210"/>
            <a:ext cx="5077471" cy="2449390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Проектно-практическая</a:t>
            </a:r>
          </a:p>
          <a:p>
            <a:pPr algn="ctr"/>
            <a:r>
              <a:rPr lang="ru-RU" sz="2000" dirty="0">
                <a:latin typeface="Arial Narrow" panose="020B0606020202030204" pitchFamily="34" charset="0"/>
              </a:rPr>
              <a:t>ВКР как научно-технический проект </a:t>
            </a:r>
            <a:br>
              <a:rPr lang="ru-RU" sz="2000" dirty="0">
                <a:latin typeface="Arial Narrow" panose="020B0606020202030204" pitchFamily="34" charset="0"/>
              </a:rPr>
            </a:br>
            <a:r>
              <a:rPr lang="ru-RU" sz="2000" dirty="0">
                <a:latin typeface="Arial Narrow" panose="020B0606020202030204" pitchFamily="34" charset="0"/>
              </a:rPr>
              <a:t>по созданию новой или существенному изменению существующей информационной технологии или цифрового продукта для практического использования в конкретной компании (как апробация)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7CC7186-BCBC-DD05-9936-E3B0DDBA8584}"/>
              </a:ext>
            </a:extLst>
          </p:cNvPr>
          <p:cNvSpPr/>
          <p:nvPr/>
        </p:nvSpPr>
        <p:spPr>
          <a:xfrm>
            <a:off x="2060935" y="6270276"/>
            <a:ext cx="4337398" cy="36128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Arial Narrow" panose="020B0606020202030204" pitchFamily="34" charset="0"/>
              </a:rPr>
              <a:t>Для академической карьеры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BF8BA3B-9F19-21BF-E44D-5742BD320BA0}"/>
              </a:ext>
            </a:extLst>
          </p:cNvPr>
          <p:cNvSpPr/>
          <p:nvPr/>
        </p:nvSpPr>
        <p:spPr>
          <a:xfrm>
            <a:off x="7232398" y="6285814"/>
            <a:ext cx="4337398" cy="36128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  <a:latin typeface="Arial Narrow" panose="020B0606020202030204" pitchFamily="34" charset="0"/>
              </a:rPr>
              <a:t>Для бизнес-карьеры</a:t>
            </a:r>
          </a:p>
        </p:txBody>
      </p:sp>
    </p:spTree>
    <p:extLst>
      <p:ext uri="{BB962C8B-B14F-4D97-AF65-F5344CB8AC3E}">
        <p14:creationId xmlns:p14="http://schemas.microsoft.com/office/powerpoint/2010/main" val="43257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7868907" y="3521723"/>
            <a:ext cx="2400267" cy="96010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Arial Narrow" panose="020B0606020202030204" pitchFamily="34" charset="0"/>
              </a:rPr>
              <a:t>Предмет исследования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5248" y="3514376"/>
            <a:ext cx="2651584" cy="96010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Arial Narrow" panose="020B0606020202030204" pitchFamily="34" charset="0"/>
              </a:rPr>
              <a:t>Цель (главный результат) работы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32203" y="3521723"/>
            <a:ext cx="2400267" cy="96010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Arial Narrow" panose="020B0606020202030204" pitchFamily="34" charset="0"/>
              </a:rPr>
              <a:t>Объект исследования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0327" y="137072"/>
            <a:ext cx="9238671" cy="1688685"/>
          </a:xfrm>
        </p:spPr>
        <p:txBody>
          <a:bodyPr>
            <a:normAutofit fontScale="90000"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Тема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выпускной квалификационной работы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426969" y="4628839"/>
            <a:ext cx="2612067" cy="216365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400" dirty="0">
                <a:latin typeface="Arial Narrow" panose="020B0606020202030204" pitchFamily="34" charset="0"/>
              </a:rPr>
              <a:t>Актуальная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400" dirty="0">
                <a:latin typeface="Arial Narrow" panose="020B0606020202030204" pitchFamily="34" charset="0"/>
              </a:rPr>
              <a:t>Практически значимая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400" u="sng" dirty="0">
                <a:latin typeface="Arial Narrow" panose="020B0606020202030204" pitchFamily="34" charset="0"/>
              </a:rPr>
              <a:t>Краткая</a:t>
            </a:r>
            <a:r>
              <a:rPr lang="ru-RU" sz="2400" dirty="0">
                <a:latin typeface="Arial Narrow" panose="020B0606020202030204" pitchFamily="34" charset="0"/>
              </a:rPr>
              <a:t>, но емкая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400" dirty="0">
                <a:latin typeface="Arial Narrow" panose="020B0606020202030204" pitchFamily="34" charset="0"/>
              </a:rPr>
              <a:t>Прямая связь с целью, </a:t>
            </a:r>
            <a:br>
              <a:rPr lang="ru-RU" sz="2400" dirty="0">
                <a:latin typeface="Arial Narrow" panose="020B0606020202030204" pitchFamily="34" charset="0"/>
              </a:rPr>
            </a:br>
            <a:r>
              <a:rPr lang="ru-RU" sz="2400" dirty="0">
                <a:latin typeface="Arial Narrow" panose="020B0606020202030204" pitchFamily="34" charset="0"/>
              </a:rPr>
              <a:t>объектом </a:t>
            </a:r>
            <a:br>
              <a:rPr lang="ru-RU" sz="2400" dirty="0">
                <a:latin typeface="Arial Narrow" panose="020B0606020202030204" pitchFamily="34" charset="0"/>
              </a:rPr>
            </a:br>
            <a:r>
              <a:rPr lang="ru-RU" sz="2400" dirty="0">
                <a:latin typeface="Arial Narrow" panose="020B0606020202030204" pitchFamily="34" charset="0"/>
              </a:rPr>
              <a:t>и предметом исследования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23186" y="6427372"/>
            <a:ext cx="625813" cy="365125"/>
          </a:xfrm>
        </p:spPr>
        <p:txBody>
          <a:bodyPr/>
          <a:lstStyle/>
          <a:p>
            <a:fld id="{D91410E1-3772-4EB3-8B12-A397FF3D8C39}" type="slidenum">
              <a:rPr lang="ru-RU" sz="2400">
                <a:latin typeface="Arial Black" panose="020B0A04020102020204" pitchFamily="34" charset="0"/>
              </a:rPr>
              <a:t>5</a:t>
            </a:fld>
            <a:endParaRPr lang="ru-RU" sz="2400" dirty="0">
              <a:latin typeface="Arial Black" panose="020B0A04020102020204" pitchFamily="34" charset="0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2876352" y="2369595"/>
            <a:ext cx="864096" cy="576064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7" name="Down Arrow 6"/>
          <p:cNvSpPr/>
          <p:nvPr/>
        </p:nvSpPr>
        <p:spPr>
          <a:xfrm>
            <a:off x="7868907" y="2370585"/>
            <a:ext cx="864096" cy="57606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8" name="Rectangle 7"/>
          <p:cNvSpPr/>
          <p:nvPr/>
        </p:nvSpPr>
        <p:spPr>
          <a:xfrm>
            <a:off x="2300288" y="2945660"/>
            <a:ext cx="2160240" cy="672075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Что?</a:t>
            </a:r>
          </a:p>
        </p:txBody>
      </p:sp>
      <p:sp>
        <p:nvSpPr>
          <p:cNvPr id="9" name="Rectangle 8"/>
          <p:cNvSpPr/>
          <p:nvPr/>
        </p:nvSpPr>
        <p:spPr>
          <a:xfrm>
            <a:off x="4796565" y="2945659"/>
            <a:ext cx="2160240" cy="67207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Зачем?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28136" y="2945659"/>
            <a:ext cx="2160240" cy="6720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Как?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444637" y="2369595"/>
            <a:ext cx="864096" cy="576064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20" name="Рисунок 19" descr="Предупреждение со сплошной заливкой">
            <a:extLst>
              <a:ext uri="{FF2B5EF4-FFF2-40B4-BE49-F238E27FC236}">
                <a16:creationId xmlns:a16="http://schemas.microsoft.com/office/drawing/2014/main" id="{E88FEC35-90B8-4E4E-F743-5666DD6C4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8419" y="524870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2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2957B3-4DEB-96EB-0318-BBFD9FD59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Траектории определения темы ВКР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6A026C9-E754-1222-E1DF-4DD3907CF5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8856366"/>
              </p:ext>
            </p:extLst>
          </p:nvPr>
        </p:nvGraphicFramePr>
        <p:xfrm>
          <a:off x="1920875" y="1873250"/>
          <a:ext cx="9575800" cy="4090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07E794-D7E8-A4F5-3EDE-E5602B5BF0D2}"/>
              </a:ext>
            </a:extLst>
          </p:cNvPr>
          <p:cNvSpPr txBox="1"/>
          <p:nvPr/>
        </p:nvSpPr>
        <p:spPr>
          <a:xfrm>
            <a:off x="3512170" y="2570899"/>
            <a:ext cx="1677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rgbClr val="00B050"/>
                </a:solidFill>
                <a:latin typeface="Arial Narrow" panose="020B0606020202030204" pitchFamily="34" charset="0"/>
              </a:rPr>
              <a:t>Инициатива</a:t>
            </a:r>
            <a:r>
              <a:rPr lang="ru-RU" b="1" i="1" dirty="0">
                <a:solidFill>
                  <a:srgbClr val="00B050"/>
                </a:solidFill>
              </a:rPr>
              <a:t> </a:t>
            </a:r>
            <a:r>
              <a:rPr lang="ru-RU" b="1" i="1" dirty="0">
                <a:solidFill>
                  <a:srgbClr val="00B050"/>
                </a:solidFill>
                <a:latin typeface="Arial Narrow" panose="020B0606020202030204" pitchFamily="34" charset="0"/>
              </a:rPr>
              <a:t>студентов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5D3B4-06F0-7111-CAF6-210E31AE9DD8}"/>
              </a:ext>
            </a:extLst>
          </p:cNvPr>
          <p:cNvSpPr txBox="1"/>
          <p:nvPr/>
        </p:nvSpPr>
        <p:spPr>
          <a:xfrm>
            <a:off x="3613010" y="4688381"/>
            <a:ext cx="1677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rgbClr val="FF0000"/>
                </a:solidFill>
                <a:latin typeface="Arial Narrow" panose="020B0606020202030204" pitchFamily="34" charset="0"/>
              </a:rPr>
              <a:t>Решение кафедры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28036C9-D8F3-447C-BE09-8E6EA09E5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756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8A39D-FA34-D91B-E66B-19522205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012" y="442220"/>
            <a:ext cx="11056562" cy="1345269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Примеры тем ВКР, которые </a:t>
            </a:r>
            <a:r>
              <a:rPr lang="ru-RU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 СООТВЕТСТВУЮТ </a:t>
            </a:r>
            <a:br>
              <a:rPr lang="ru-RU" dirty="0"/>
            </a:br>
            <a:r>
              <a:rPr lang="ru-RU" dirty="0"/>
              <a:t>уровню специализированного высшего образования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FA03DF-0018-CC90-3F1D-2A317CD5A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2582" y="1873188"/>
            <a:ext cx="10081550" cy="4554184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Разработка </a:t>
            </a:r>
            <a:r>
              <a:rPr lang="ru-RU" sz="2800" b="1" i="1" dirty="0"/>
              <a:t>чат-ботов</a:t>
            </a:r>
            <a:r>
              <a:rPr lang="ru-RU" sz="2800" dirty="0"/>
              <a:t> любого уровня сложности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Самостоятельные </a:t>
            </a:r>
            <a:r>
              <a:rPr lang="ru-RU" sz="2800" b="1" i="1" dirty="0"/>
              <a:t>мобильные приложения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b="1" i="1" dirty="0"/>
              <a:t>Автоматизация</a:t>
            </a:r>
            <a:r>
              <a:rPr lang="ru-RU" sz="2800" dirty="0"/>
              <a:t> процессов обеспечения </a:t>
            </a:r>
            <a:br>
              <a:rPr lang="ru-RU" sz="2800" dirty="0"/>
            </a:br>
            <a:r>
              <a:rPr lang="ru-RU" sz="2800" dirty="0"/>
              <a:t>учебного процесса (расписание, личные кабинеты и пр.) </a:t>
            </a:r>
            <a:br>
              <a:rPr lang="ru-RU" sz="2800" dirty="0"/>
            </a:br>
            <a:r>
              <a:rPr lang="ru-RU" sz="2800" dirty="0"/>
              <a:t>или бизнес-процессов в учебном заведении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Системы автоматизированного обучения, тестирования и т.п.</a:t>
            </a:r>
          </a:p>
          <a:p>
            <a:endParaRPr lang="ru-RU" sz="2800" dirty="0"/>
          </a:p>
        </p:txBody>
      </p:sp>
      <p:sp>
        <p:nvSpPr>
          <p:cNvPr id="4" name="Знак умножения 3">
            <a:extLst>
              <a:ext uri="{FF2B5EF4-FFF2-40B4-BE49-F238E27FC236}">
                <a16:creationId xmlns:a16="http://schemas.microsoft.com/office/drawing/2014/main" id="{9C705C40-3AD6-15D4-4B4A-5D5DB4F9E9B9}"/>
              </a:ext>
            </a:extLst>
          </p:cNvPr>
          <p:cNvSpPr/>
          <p:nvPr/>
        </p:nvSpPr>
        <p:spPr>
          <a:xfrm>
            <a:off x="3675356" y="1643780"/>
            <a:ext cx="4320000" cy="4320000"/>
          </a:xfrm>
          <a:prstGeom prst="mathMultiply">
            <a:avLst/>
          </a:prstGeom>
          <a:solidFill>
            <a:srgbClr val="FF0000">
              <a:alpha val="5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01CA8-D20D-7091-CC63-F1BE7369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23186" y="6427372"/>
            <a:ext cx="1073397" cy="365125"/>
          </a:xfrm>
        </p:spPr>
        <p:txBody>
          <a:bodyPr/>
          <a:lstStyle/>
          <a:p>
            <a:fld id="{D91410E1-3772-4EB3-8B12-A397FF3D8C39}" type="slidenum">
              <a:rPr lang="ru-RU" sz="2400">
                <a:latin typeface="Arial Black" panose="020B0A04020102020204" pitchFamily="34" charset="0"/>
              </a:rPr>
              <a:t>7</a:t>
            </a:fld>
            <a:endParaRPr lang="ru-RU" sz="2400" dirty="0">
              <a:latin typeface="Arial Black" panose="020B0A040201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7C60F9-0538-2455-CBD2-E01569392D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31"/>
          <a:stretch/>
        </p:blipFill>
        <p:spPr>
          <a:xfrm>
            <a:off x="9795920" y="1996894"/>
            <a:ext cx="2327927" cy="224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9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09A72-E009-B82E-3221-CC40EE80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Руководитель и консультант ВКР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CDA373-F751-FFB1-16C6-EA13315F1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Руководитель ВКР от кафедры – преподаватель, имеющий ученую степень или звание, публикации по разрабатываемой теме или опыт реализации подобных задач на практике, </a:t>
            </a:r>
            <a:br>
              <a:rPr lang="ru-RU" dirty="0"/>
            </a:br>
            <a:r>
              <a:rPr lang="ru-RU" dirty="0"/>
              <a:t>с научно-педагогическим стажем не менее 3 лет</a:t>
            </a:r>
          </a:p>
          <a:p>
            <a:r>
              <a:rPr lang="ru-RU" i="1" dirty="0"/>
              <a:t>	</a:t>
            </a:r>
            <a:r>
              <a:rPr lang="ru-RU" b="1" i="1" dirty="0">
                <a:solidFill>
                  <a:srgbClr val="FF0000"/>
                </a:solidFill>
              </a:rPr>
              <a:t>Аспиранты и ППС без уч. степени не имеют права руководить ВКР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Консультант ВКРМ – представитель внешней организации, либо являющейся заказчиком результатов работы, либо реализующий подобные задачи в процессе своей профессиональной деятельности, со стажем работы в </a:t>
            </a:r>
            <a:r>
              <a:rPr lang="en-US" dirty="0"/>
              <a:t>IT</a:t>
            </a:r>
            <a:r>
              <a:rPr lang="ru-RU" dirty="0"/>
              <a:t>-индустрии не менее 3 лет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06F521-9593-D63C-574B-E5AB99440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504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F0A8A-E716-5985-4A39-371AA7E5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Формат плана ВКРМ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C7DC83-F51E-7EB2-4D64-8D97A91A3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9</a:t>
            </a:fld>
            <a:endParaRPr lang="en-US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4392B45-58B0-D09A-B32B-62D68D40AE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31" t="11579" r="34474" b="11345"/>
          <a:stretch/>
        </p:blipFill>
        <p:spPr>
          <a:xfrm>
            <a:off x="6406482" y="1975577"/>
            <a:ext cx="3280971" cy="468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14278C5-0B79-92AA-8798-96B4B07611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688" t="12778" r="34062" b="8889"/>
          <a:stretch/>
        </p:blipFill>
        <p:spPr>
          <a:xfrm>
            <a:off x="2885546" y="1975577"/>
            <a:ext cx="3319149" cy="468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05783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1" y="327749"/>
            <a:ext cx="9905999" cy="1360898"/>
          </a:xfrm>
        </p:spPr>
        <p:txBody>
          <a:bodyPr>
            <a:norm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Цель и задачи исследования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651000" y="1993123"/>
            <a:ext cx="9905999" cy="41297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1800" b="1" dirty="0">
                <a:latin typeface="Arial Narrow" panose="020B0606020202030204" pitchFamily="34" charset="0"/>
              </a:rPr>
              <a:t>Цель исследования </a:t>
            </a:r>
            <a:r>
              <a:rPr lang="ru-RU" sz="1800" dirty="0">
                <a:latin typeface="Arial Narrow" panose="020B0606020202030204" pitchFamily="34" charset="0"/>
              </a:rPr>
              <a:t>– это ответ на вопрос, каков должен быть результат ВКР, что разрабатывается или обосновывается, то, что потом будет защищаться на </a:t>
            </a:r>
            <a:r>
              <a:rPr lang="ru-RU" sz="1800" dirty="0" err="1">
                <a:latin typeface="Arial Narrow" panose="020B0606020202030204" pitchFamily="34" charset="0"/>
              </a:rPr>
              <a:t>ГЭКе</a:t>
            </a:r>
            <a:r>
              <a:rPr lang="ru-RU" sz="1800" dirty="0">
                <a:latin typeface="Arial Narrow" panose="020B0606020202030204" pitchFamily="34" charset="0"/>
              </a:rPr>
              <a:t>, определение того, что должно получиться, и критерии (признаки) того, что цель достигнута, т.е. все получилось как требовалось. Цель и тема ВКР должны коррелировать друг с другом, но не повторять одна другую.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i="1" dirty="0">
                <a:latin typeface="Arial Narrow" panose="020B0606020202030204" pitchFamily="34" charset="0"/>
              </a:rPr>
              <a:t>Возможно, придется уточнить тему после того, как будет сформулирована цель…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1800" b="1" dirty="0">
                <a:latin typeface="Arial Narrow" panose="020B0606020202030204" pitchFamily="34" charset="0"/>
              </a:rPr>
              <a:t>Задачи исследования </a:t>
            </a:r>
            <a:r>
              <a:rPr lang="ru-RU" sz="1800" dirty="0">
                <a:latin typeface="Arial Narrow" panose="020B0606020202030204" pitchFamily="34" charset="0"/>
              </a:rPr>
              <a:t>– это 4–6 шагов (этапов, блоков и др.), выполнение которых обеспечивает достижение цели. Задачи должны быть «созвучны» результатам. </a:t>
            </a:r>
            <a:br>
              <a:rPr lang="ru-RU" sz="1800" dirty="0">
                <a:latin typeface="Arial Narrow" panose="020B0606020202030204" pitchFamily="34" charset="0"/>
              </a:rPr>
            </a:br>
            <a:r>
              <a:rPr lang="ru-RU" sz="1800" dirty="0">
                <a:latin typeface="Arial Narrow" panose="020B0606020202030204" pitchFamily="34" charset="0"/>
              </a:rPr>
              <a:t>Не являются задачами исследования сами </a:t>
            </a:r>
            <a:r>
              <a:rPr lang="ru-RU" sz="1800" i="1" dirty="0">
                <a:latin typeface="Arial Narrow" panose="020B0606020202030204" pitchFamily="34" charset="0"/>
              </a:rPr>
              <a:t>исследования</a:t>
            </a:r>
            <a:r>
              <a:rPr lang="ru-RU" sz="1800" dirty="0">
                <a:latin typeface="Arial Narrow" panose="020B0606020202030204" pitchFamily="34" charset="0"/>
              </a:rPr>
              <a:t> (</a:t>
            </a:r>
            <a:r>
              <a:rPr lang="ru-RU" sz="1800" i="1" dirty="0">
                <a:latin typeface="Arial Narrow" panose="020B0606020202030204" pitchFamily="34" charset="0"/>
              </a:rPr>
              <a:t>анализ</a:t>
            </a:r>
            <a:r>
              <a:rPr lang="ru-RU" sz="1800" dirty="0">
                <a:latin typeface="Arial Narrow" panose="020B0606020202030204" pitchFamily="34" charset="0"/>
              </a:rPr>
              <a:t>, </a:t>
            </a:r>
            <a:r>
              <a:rPr lang="ru-RU" sz="1800" i="1" dirty="0">
                <a:latin typeface="Arial Narrow" panose="020B0606020202030204" pitchFamily="34" charset="0"/>
              </a:rPr>
              <a:t>изучение</a:t>
            </a:r>
            <a:r>
              <a:rPr lang="ru-RU" sz="1800" dirty="0">
                <a:latin typeface="Arial Narrow" panose="020B0606020202030204" pitchFamily="34" charset="0"/>
              </a:rPr>
              <a:t> и др.) – это инструменты достижения результата (обосновать </a:t>
            </a:r>
            <a:r>
              <a:rPr lang="ru-RU" sz="1800" b="1" dirty="0">
                <a:latin typeface="Arial Narrow" panose="020B0606020202030204" pitchFamily="34" charset="0"/>
              </a:rPr>
              <a:t>подход</a:t>
            </a:r>
            <a:r>
              <a:rPr lang="ru-RU" sz="1800" dirty="0">
                <a:latin typeface="Arial Narrow" panose="020B0606020202030204" pitchFamily="34" charset="0"/>
              </a:rPr>
              <a:t>, выделить </a:t>
            </a:r>
            <a:r>
              <a:rPr lang="ru-RU" sz="1800" b="1" dirty="0">
                <a:latin typeface="Arial Narrow" panose="020B0606020202030204" pitchFamily="34" charset="0"/>
              </a:rPr>
              <a:t>ключевые проблемы </a:t>
            </a:r>
            <a:r>
              <a:rPr lang="ru-RU" sz="1800" dirty="0">
                <a:latin typeface="Arial Narrow" panose="020B0606020202030204" pitchFamily="34" charset="0"/>
              </a:rPr>
              <a:t>и др. на основе </a:t>
            </a:r>
            <a:r>
              <a:rPr lang="ru-RU" sz="1800" i="1" dirty="0">
                <a:latin typeface="Arial Narrow" panose="020B0606020202030204" pitchFamily="34" charset="0"/>
              </a:rPr>
              <a:t>анализа</a:t>
            </a:r>
            <a:r>
              <a:rPr lang="ru-RU" sz="1800" dirty="0">
                <a:latin typeface="Arial Narrow" panose="020B0606020202030204" pitchFamily="34" charset="0"/>
              </a:rPr>
              <a:t>, </a:t>
            </a:r>
            <a:r>
              <a:rPr lang="ru-RU" sz="1800" i="1" dirty="0">
                <a:latin typeface="Arial Narrow" panose="020B0606020202030204" pitchFamily="34" charset="0"/>
              </a:rPr>
              <a:t>исследования</a:t>
            </a:r>
            <a:r>
              <a:rPr lang="ru-RU" sz="1800" dirty="0">
                <a:latin typeface="Arial Narrow" panose="020B0606020202030204" pitchFamily="34" charset="0"/>
              </a:rPr>
              <a:t>, </a:t>
            </a:r>
            <a:r>
              <a:rPr lang="ru-RU" sz="1800" i="1" dirty="0">
                <a:latin typeface="Arial Narrow" panose="020B0606020202030204" pitchFamily="34" charset="0"/>
              </a:rPr>
              <a:t>изучения</a:t>
            </a:r>
            <a:r>
              <a:rPr lang="ru-RU" sz="1800" dirty="0">
                <a:latin typeface="Arial Narrow" panose="020B0606020202030204" pitchFamily="34" charset="0"/>
              </a:rPr>
              <a:t> и др.)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i="1" dirty="0">
                <a:latin typeface="Arial Narrow" panose="020B0606020202030204" pitchFamily="34" charset="0"/>
              </a:rPr>
              <a:t>Рекомендуется задачи сопоставить с результатами: у каждой задачи должен быть хотя бы один результат, каждый результат должен вытекать из решенной задачи. Иначе либо результат не зачтется – решена не та задача, которая ставилась, либо задача осталась не решенной.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1DA9AC6-6A50-4108-BB75-F6CD852B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23186" y="6427372"/>
            <a:ext cx="1133813" cy="365125"/>
          </a:xfrm>
        </p:spPr>
        <p:txBody>
          <a:bodyPr/>
          <a:lstStyle/>
          <a:p>
            <a:fld id="{D91410E1-3772-4EB3-8B12-A397FF3D8C39}" type="slidenum">
              <a:rPr lang="ru-RU" sz="2400">
                <a:latin typeface="Arial Black" panose="020B0A04020102020204" pitchFamily="34" charset="0"/>
              </a:rPr>
              <a:t>10</a:t>
            </a:fld>
            <a:endParaRPr lang="ru-RU" sz="2400" dirty="0">
              <a:latin typeface="Arial Black" panose="020B0A04020102020204" pitchFamily="34" charset="0"/>
            </a:endParaRPr>
          </a:p>
        </p:txBody>
      </p:sp>
      <p:pic>
        <p:nvPicPr>
          <p:cNvPr id="3" name="Рисунок 2" descr="Предупреждение со сплошной заливкой">
            <a:extLst>
              <a:ext uri="{FF2B5EF4-FFF2-40B4-BE49-F238E27FC236}">
                <a16:creationId xmlns:a16="http://schemas.microsoft.com/office/drawing/2014/main" id="{62937F15-E548-676E-96BD-66EE577BD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329" y="2864473"/>
            <a:ext cx="914400" cy="914400"/>
          </a:xfrm>
          <a:prstGeom prst="rect">
            <a:avLst/>
          </a:prstGeom>
        </p:spPr>
      </p:pic>
      <p:pic>
        <p:nvPicPr>
          <p:cNvPr id="5" name="Рисунок 4" descr="Предупреждение со сплошной заливкой">
            <a:extLst>
              <a:ext uri="{FF2B5EF4-FFF2-40B4-BE49-F238E27FC236}">
                <a16:creationId xmlns:a16="http://schemas.microsoft.com/office/drawing/2014/main" id="{B30B4DEA-4936-F8FC-8AD1-ABBEE7601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620" y="4944926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1BB92A-F9CD-CB88-EAD4-47858B8D409D}"/>
              </a:ext>
            </a:extLst>
          </p:cNvPr>
          <p:cNvSpPr txBox="1"/>
          <p:nvPr/>
        </p:nvSpPr>
        <p:spPr>
          <a:xfrm>
            <a:off x="11048999" y="2603668"/>
            <a:ext cx="952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Цель: 1 шт.</a:t>
            </a:r>
          </a:p>
        </p:txBody>
      </p:sp>
    </p:spTree>
    <p:extLst>
      <p:ext uri="{BB962C8B-B14F-4D97-AF65-F5344CB8AC3E}">
        <p14:creationId xmlns:p14="http://schemas.microsoft.com/office/powerpoint/2010/main" val="383306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1D1B71-17C3-213A-D6D8-BD52B3B82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1" y="336978"/>
            <a:ext cx="9905999" cy="1360898"/>
          </a:xfrm>
        </p:spPr>
        <p:txBody>
          <a:bodyPr>
            <a:normAutofit fontScale="90000"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Техника формулирования темы, </a:t>
            </a:r>
            <a:b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</a:b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цели и задач исследования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1CE2297-4F04-8586-B4BA-66B83BEC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23186" y="6427372"/>
            <a:ext cx="1378288" cy="365125"/>
          </a:xfrm>
        </p:spPr>
        <p:txBody>
          <a:bodyPr/>
          <a:lstStyle/>
          <a:p>
            <a:fld id="{D91410E1-3772-4EB3-8B12-A397FF3D8C39}" type="slidenum">
              <a:rPr lang="ru-RU" sz="2400">
                <a:latin typeface="Arial Black" panose="020B0A04020102020204" pitchFamily="34" charset="0"/>
              </a:rPr>
              <a:t>11</a:t>
            </a:fld>
            <a:endParaRPr lang="ru-RU" sz="2400" dirty="0">
              <a:latin typeface="Arial Black" panose="020B0A040201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3F028D5-EF6A-8A28-6B9B-6278F319A218}"/>
              </a:ext>
            </a:extLst>
          </p:cNvPr>
          <p:cNvSpPr/>
          <p:nvPr/>
        </p:nvSpPr>
        <p:spPr>
          <a:xfrm>
            <a:off x="2200181" y="2344137"/>
            <a:ext cx="2922325" cy="108486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 Black" panose="020B0A04020102020204" pitchFamily="34" charset="0"/>
                <a:cs typeface="Arial" panose="020B0604020202020204" pitchFamily="34" charset="0"/>
              </a:rPr>
              <a:t>Тема: </a:t>
            </a:r>
            <a:br>
              <a:rPr lang="ru-RU" dirty="0"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 Narrow" panose="020B0606020202030204" pitchFamily="34" charset="0"/>
                <a:cs typeface="Arial" panose="020B0604020202020204" pitchFamily="34" charset="0"/>
              </a:rPr>
              <a:t>что, зачем и как?</a:t>
            </a:r>
          </a:p>
        </p:txBody>
      </p:sp>
      <p:sp>
        <p:nvSpPr>
          <p:cNvPr id="8" name="Крест 7">
            <a:extLst>
              <a:ext uri="{FF2B5EF4-FFF2-40B4-BE49-F238E27FC236}">
                <a16:creationId xmlns:a16="http://schemas.microsoft.com/office/drawing/2014/main" id="{08E0494E-A4CB-CC6F-DDAA-FC55588935C1}"/>
              </a:ext>
            </a:extLst>
          </p:cNvPr>
          <p:cNvSpPr/>
          <p:nvPr/>
        </p:nvSpPr>
        <p:spPr>
          <a:xfrm>
            <a:off x="1211075" y="3099973"/>
            <a:ext cx="914400" cy="914400"/>
          </a:xfrm>
          <a:prstGeom prst="plus">
            <a:avLst>
              <a:gd name="adj" fmla="val 33738"/>
            </a:avLst>
          </a:prstGeom>
          <a:solidFill>
            <a:srgbClr val="00B0F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2A585C7-28D7-D6A7-F40B-FD8931F6A264}"/>
              </a:ext>
            </a:extLst>
          </p:cNvPr>
          <p:cNvSpPr/>
          <p:nvPr/>
        </p:nvSpPr>
        <p:spPr>
          <a:xfrm>
            <a:off x="2200181" y="3657896"/>
            <a:ext cx="2922325" cy="108486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 Black" panose="020B0A04020102020204" pitchFamily="34" charset="0"/>
                <a:cs typeface="Arial" panose="020B0604020202020204" pitchFamily="34" charset="0"/>
              </a:rPr>
              <a:t>Критерий достижения результата: </a:t>
            </a:r>
            <a:br>
              <a:rPr lang="ru-RU" dirty="0"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 Narrow" panose="020B0606020202030204" pitchFamily="34" charset="0"/>
                <a:cs typeface="Arial" panose="020B0604020202020204" pitchFamily="34" charset="0"/>
              </a:rPr>
              <a:t>что должно измениться?</a:t>
            </a:r>
          </a:p>
        </p:txBody>
      </p:sp>
      <p:sp>
        <p:nvSpPr>
          <p:cNvPr id="13" name="Равно 12">
            <a:extLst>
              <a:ext uri="{FF2B5EF4-FFF2-40B4-BE49-F238E27FC236}">
                <a16:creationId xmlns:a16="http://schemas.microsoft.com/office/drawing/2014/main" id="{571F5712-87F9-5931-48E5-46326E6E9AA1}"/>
              </a:ext>
            </a:extLst>
          </p:cNvPr>
          <p:cNvSpPr/>
          <p:nvPr/>
        </p:nvSpPr>
        <p:spPr>
          <a:xfrm>
            <a:off x="1211075" y="4434399"/>
            <a:ext cx="914400" cy="914400"/>
          </a:xfrm>
          <a:prstGeom prst="mathEqual">
            <a:avLst/>
          </a:prstGeom>
          <a:solidFill>
            <a:srgbClr val="00B0F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D29A950-EDFC-014E-C52D-822377DE44B9}"/>
              </a:ext>
            </a:extLst>
          </p:cNvPr>
          <p:cNvSpPr/>
          <p:nvPr/>
        </p:nvSpPr>
        <p:spPr>
          <a:xfrm>
            <a:off x="2182454" y="4968523"/>
            <a:ext cx="2922325" cy="1084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 Black" panose="020B0A04020102020204" pitchFamily="34" charset="0"/>
                <a:cs typeface="Arial" panose="020B0604020202020204" pitchFamily="34" charset="0"/>
              </a:rPr>
              <a:t>Цель: </a:t>
            </a:r>
            <a:br>
              <a:rPr lang="ru-RU" dirty="0"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 Narrow" panose="020B0606020202030204" pitchFamily="34" charset="0"/>
                <a:cs typeface="Arial" panose="020B0604020202020204" pitchFamily="34" charset="0"/>
              </a:rPr>
              <a:t>ожидания от выполнения работы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8BFE8A5-D2A5-994A-7C1B-830A21285785}"/>
              </a:ext>
            </a:extLst>
          </p:cNvPr>
          <p:cNvSpPr/>
          <p:nvPr/>
        </p:nvSpPr>
        <p:spPr>
          <a:xfrm>
            <a:off x="5344717" y="2347066"/>
            <a:ext cx="1988598" cy="6214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Задача 1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CF2348A-56EC-B940-F070-4CC6A9C44112}"/>
              </a:ext>
            </a:extLst>
          </p:cNvPr>
          <p:cNvSpPr/>
          <p:nvPr/>
        </p:nvSpPr>
        <p:spPr>
          <a:xfrm>
            <a:off x="5921766" y="3216705"/>
            <a:ext cx="1988598" cy="6214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Задача 2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E241569-C6A3-50DC-C0F7-02713F344414}"/>
              </a:ext>
            </a:extLst>
          </p:cNvPr>
          <p:cNvSpPr/>
          <p:nvPr/>
        </p:nvSpPr>
        <p:spPr>
          <a:xfrm>
            <a:off x="6339016" y="4060190"/>
            <a:ext cx="1988598" cy="6214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Задача 3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117DDD6-4A9A-41B4-6A8D-3770F1B52FCF}"/>
              </a:ext>
            </a:extLst>
          </p:cNvPr>
          <p:cNvSpPr/>
          <p:nvPr/>
        </p:nvSpPr>
        <p:spPr>
          <a:xfrm>
            <a:off x="6747389" y="4929829"/>
            <a:ext cx="1988598" cy="6214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Задача 4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50B25AE-2624-D04F-79ED-CD42302A1E89}"/>
              </a:ext>
            </a:extLst>
          </p:cNvPr>
          <p:cNvSpPr/>
          <p:nvPr/>
        </p:nvSpPr>
        <p:spPr>
          <a:xfrm>
            <a:off x="7950861" y="2108157"/>
            <a:ext cx="1988598" cy="62143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Результат 1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19B16E1-CFAF-42E0-1C94-C755A38F0884}"/>
              </a:ext>
            </a:extLst>
          </p:cNvPr>
          <p:cNvSpPr/>
          <p:nvPr/>
        </p:nvSpPr>
        <p:spPr>
          <a:xfrm>
            <a:off x="8527910" y="2933471"/>
            <a:ext cx="1988598" cy="62143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Результат 2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DFF31E5-4A89-BC23-A946-DC76CADED7A6}"/>
              </a:ext>
            </a:extLst>
          </p:cNvPr>
          <p:cNvSpPr/>
          <p:nvPr/>
        </p:nvSpPr>
        <p:spPr>
          <a:xfrm>
            <a:off x="8945160" y="3758785"/>
            <a:ext cx="1988598" cy="62143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Результат 3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3FE4731-5803-A50F-BDC4-377A925990D5}"/>
              </a:ext>
            </a:extLst>
          </p:cNvPr>
          <p:cNvSpPr/>
          <p:nvPr/>
        </p:nvSpPr>
        <p:spPr>
          <a:xfrm>
            <a:off x="9353533" y="4584099"/>
            <a:ext cx="1988598" cy="62143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Результат 4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E9C7473-DADD-56A3-DFE4-BE9F048412B0}"/>
              </a:ext>
            </a:extLst>
          </p:cNvPr>
          <p:cNvSpPr/>
          <p:nvPr/>
        </p:nvSpPr>
        <p:spPr>
          <a:xfrm>
            <a:off x="9812876" y="5409413"/>
            <a:ext cx="1988598" cy="62143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Результат 5</a:t>
            </a:r>
          </a:p>
        </p:txBody>
      </p:sp>
      <p:cxnSp>
        <p:nvCxnSpPr>
          <p:cNvPr id="25" name="Соединитель: уступ 24">
            <a:extLst>
              <a:ext uri="{FF2B5EF4-FFF2-40B4-BE49-F238E27FC236}">
                <a16:creationId xmlns:a16="http://schemas.microsoft.com/office/drawing/2014/main" id="{CBF90D9B-C210-3C59-61F6-9A6612312337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 flipV="1">
            <a:off x="5104779" y="2657785"/>
            <a:ext cx="239938" cy="285317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Соединитель: уступ 25">
            <a:extLst>
              <a:ext uri="{FF2B5EF4-FFF2-40B4-BE49-F238E27FC236}">
                <a16:creationId xmlns:a16="http://schemas.microsoft.com/office/drawing/2014/main" id="{546B9A59-6921-FBE8-992C-3E0AE8C760F8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5104779" y="3527424"/>
            <a:ext cx="816987" cy="1983531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Соединитель: уступ 34">
            <a:extLst>
              <a:ext uri="{FF2B5EF4-FFF2-40B4-BE49-F238E27FC236}">
                <a16:creationId xmlns:a16="http://schemas.microsoft.com/office/drawing/2014/main" id="{EF535354-B373-63AB-D15A-95CCB30179B1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 flipV="1">
            <a:off x="5104779" y="4370909"/>
            <a:ext cx="1234237" cy="1140046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Соединитель: уступ 36">
            <a:extLst>
              <a:ext uri="{FF2B5EF4-FFF2-40B4-BE49-F238E27FC236}">
                <a16:creationId xmlns:a16="http://schemas.microsoft.com/office/drawing/2014/main" id="{9F344B7C-CDCC-496C-E91B-C6BDDAD81DAE}"/>
              </a:ext>
            </a:extLst>
          </p:cNvPr>
          <p:cNvCxnSpPr>
            <a:stCxn id="14" idx="3"/>
            <a:endCxn id="18" idx="1"/>
          </p:cNvCxnSpPr>
          <p:nvPr/>
        </p:nvCxnSpPr>
        <p:spPr>
          <a:xfrm flipV="1">
            <a:off x="5104779" y="5240548"/>
            <a:ext cx="1642610" cy="27040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Соединитель: уступ 40">
            <a:extLst>
              <a:ext uri="{FF2B5EF4-FFF2-40B4-BE49-F238E27FC236}">
                <a16:creationId xmlns:a16="http://schemas.microsoft.com/office/drawing/2014/main" id="{ED76D733-D993-3198-95BE-DF55C7C821E1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 flipV="1">
            <a:off x="7333315" y="2418876"/>
            <a:ext cx="617546" cy="238909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: уступ 43">
            <a:extLst>
              <a:ext uri="{FF2B5EF4-FFF2-40B4-BE49-F238E27FC236}">
                <a16:creationId xmlns:a16="http://schemas.microsoft.com/office/drawing/2014/main" id="{A8758D4B-E6A4-7B71-E7F6-35D9638AE526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 flipV="1">
            <a:off x="7910364" y="3244190"/>
            <a:ext cx="617546" cy="283234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: уступ 46">
            <a:extLst>
              <a:ext uri="{FF2B5EF4-FFF2-40B4-BE49-F238E27FC236}">
                <a16:creationId xmlns:a16="http://schemas.microsoft.com/office/drawing/2014/main" id="{D4ED04C5-F32C-7975-B6C0-F14A74E6C9D7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 flipV="1">
            <a:off x="8327614" y="4069504"/>
            <a:ext cx="617546" cy="301405"/>
          </a:xfrm>
          <a:prstGeom prst="bentConnector3">
            <a:avLst>
              <a:gd name="adj1" fmla="val 83909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: уступ 49">
            <a:extLst>
              <a:ext uri="{FF2B5EF4-FFF2-40B4-BE49-F238E27FC236}">
                <a16:creationId xmlns:a16="http://schemas.microsoft.com/office/drawing/2014/main" id="{DE927EA5-FFE7-6241-395A-9C16250A461E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>
            <a:off x="8327614" y="4370909"/>
            <a:ext cx="1025919" cy="523909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Соединитель: уступ 53">
            <a:extLst>
              <a:ext uri="{FF2B5EF4-FFF2-40B4-BE49-F238E27FC236}">
                <a16:creationId xmlns:a16="http://schemas.microsoft.com/office/drawing/2014/main" id="{956BAE40-C101-8308-851D-FA5DADCB4C3E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8735987" y="5240548"/>
            <a:ext cx="1076889" cy="479584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57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A30FC2-19AC-451D-B733-183E22CB1C34}"/>
              </a:ext>
            </a:extLst>
          </p:cNvPr>
          <p:cNvSpPr txBox="1"/>
          <p:nvPr/>
        </p:nvSpPr>
        <p:spPr>
          <a:xfrm>
            <a:off x="2547945" y="546582"/>
            <a:ext cx="9024191" cy="156946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ru-RU" sz="2133" dirty="0">
                <a:solidFill>
                  <a:schemeClr val="tx2"/>
                </a:solidFill>
                <a:latin typeface="Impact" panose="020B0806030902050204" pitchFamily="34" charset="0"/>
                <a:ea typeface="+mj-ea"/>
                <a:cs typeface="+mj-cs"/>
              </a:rPr>
              <a:t>Тема работы: </a:t>
            </a:r>
            <a:r>
              <a:rPr lang="ru-RU" sz="2133" dirty="0">
                <a:solidFill>
                  <a:schemeClr val="tx2"/>
                </a:solidFill>
                <a:latin typeface="Arial Narrow" panose="020B0606020202030204" pitchFamily="34" charset="0"/>
                <a:ea typeface="+mj-ea"/>
                <a:cs typeface="+mj-cs"/>
              </a:rPr>
              <a:t>Технология генерации рекомендаций для оперативного управления нефтедобычей на основе потока данных от диспетчерских служб нефтяной компании «Икс-ойл»</a:t>
            </a: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03E360C-D5EB-440D-B8BD-A0884998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410E1-3772-4EB3-8B12-A397FF3D8C39}" type="slidenum">
              <a:rPr lang="ru-RU" sz="2400">
                <a:latin typeface="Arial Black" panose="020B0A04020102020204" pitchFamily="34" charset="0"/>
              </a:rPr>
              <a:t>12</a:t>
            </a:fld>
            <a:endParaRPr lang="ru-RU" sz="2400" dirty="0"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FEFFFF-EE0B-440B-B2EF-0F43B2CDBFA4}"/>
              </a:ext>
            </a:extLst>
          </p:cNvPr>
          <p:cNvSpPr txBox="1"/>
          <p:nvPr/>
        </p:nvSpPr>
        <p:spPr>
          <a:xfrm>
            <a:off x="1653309" y="2015777"/>
            <a:ext cx="9918827" cy="454983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ru-RU" sz="1900" b="1" dirty="0">
                <a:solidFill>
                  <a:schemeClr val="tx2"/>
                </a:solidFill>
                <a:latin typeface="Arial Narrow" panose="020B0606020202030204" pitchFamily="34" charset="0"/>
                <a:ea typeface="+mj-ea"/>
                <a:cs typeface="+mj-cs"/>
              </a:rPr>
              <a:t>		</a:t>
            </a:r>
            <a:r>
              <a:rPr lang="ru-RU" sz="2133" dirty="0">
                <a:solidFill>
                  <a:schemeClr val="tx2"/>
                </a:solidFill>
                <a:latin typeface="Impact" panose="020B0806030902050204" pitchFamily="34" charset="0"/>
                <a:ea typeface="+mj-ea"/>
                <a:cs typeface="+mj-cs"/>
              </a:rPr>
              <a:t>Цель: </a:t>
            </a:r>
            <a:r>
              <a:rPr lang="ru-RU" sz="1900" dirty="0">
                <a:solidFill>
                  <a:schemeClr val="tx2"/>
                </a:solidFill>
                <a:latin typeface="Arial Narrow" panose="020B0606020202030204" pitchFamily="34" charset="0"/>
                <a:ea typeface="+mj-ea"/>
                <a:cs typeface="+mj-cs"/>
              </a:rPr>
              <a:t>повышение точности (приближения к реальным результатам) плана-графика</a:t>
            </a:r>
            <a:br>
              <a:rPr lang="ru-RU" sz="1900" dirty="0">
                <a:solidFill>
                  <a:schemeClr val="tx2"/>
                </a:solidFill>
                <a:latin typeface="Arial Narrow" panose="020B0606020202030204" pitchFamily="34" charset="0"/>
                <a:ea typeface="+mj-ea"/>
                <a:cs typeface="+mj-cs"/>
              </a:rPr>
            </a:br>
            <a:r>
              <a:rPr lang="ru-RU" sz="1900" dirty="0">
                <a:solidFill>
                  <a:schemeClr val="tx2"/>
                </a:solidFill>
                <a:latin typeface="Arial Narrow" panose="020B0606020202030204" pitchFamily="34" charset="0"/>
                <a:ea typeface="+mj-ea"/>
                <a:cs typeface="+mj-cs"/>
              </a:rPr>
              <a:t> 		нефтедобычи за счет внедрения системы мониторинга на основе машинного</a:t>
            </a:r>
            <a:br>
              <a:rPr lang="ru-RU" sz="1900" dirty="0">
                <a:solidFill>
                  <a:schemeClr val="tx2"/>
                </a:solidFill>
                <a:latin typeface="Arial Narrow" panose="020B0606020202030204" pitchFamily="34" charset="0"/>
                <a:ea typeface="+mj-ea"/>
                <a:cs typeface="+mj-cs"/>
              </a:rPr>
            </a:br>
            <a:r>
              <a:rPr lang="ru-RU" sz="1900" dirty="0">
                <a:solidFill>
                  <a:schemeClr val="tx2"/>
                </a:solidFill>
                <a:latin typeface="Arial Narrow" panose="020B0606020202030204" pitchFamily="34" charset="0"/>
                <a:ea typeface="+mj-ea"/>
                <a:cs typeface="+mj-cs"/>
              </a:rPr>
              <a:t>		обучения по динамическим данным об эксплуатации нефтяного месторождения</a:t>
            </a:r>
          </a:p>
          <a:p>
            <a:endParaRPr lang="ru-RU" sz="1900" b="1" dirty="0">
              <a:latin typeface="+mj-lt"/>
            </a:endParaRPr>
          </a:p>
          <a:p>
            <a:r>
              <a:rPr lang="ru-RU" sz="2133" dirty="0">
                <a:solidFill>
                  <a:schemeClr val="tx2"/>
                </a:solidFill>
                <a:latin typeface="Impact" panose="020B0806030902050204" pitchFamily="34" charset="0"/>
                <a:ea typeface="+mj-ea"/>
                <a:cs typeface="+mj-cs"/>
              </a:rPr>
              <a:t>Задачи: </a:t>
            </a:r>
          </a:p>
          <a:p>
            <a:pPr marL="742932" lvl="1" indent="-285744"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tx2"/>
                </a:solidFill>
                <a:latin typeface="Arial Narrow" panose="020B0606020202030204" pitchFamily="34" charset="0"/>
                <a:ea typeface="+mj-ea"/>
                <a:cs typeface="+mj-cs"/>
              </a:rPr>
              <a:t>Обосновать выбор метода машинного обучения для построения системы рекомендаций по оперативному управлению нефтедобычей</a:t>
            </a:r>
          </a:p>
          <a:p>
            <a:pPr marL="742932" lvl="1" indent="-285744"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tx2"/>
                </a:solidFill>
                <a:latin typeface="Arial Narrow" panose="020B0606020202030204" pitchFamily="34" charset="0"/>
                <a:ea typeface="+mj-ea"/>
                <a:cs typeface="+mj-cs"/>
              </a:rPr>
              <a:t>Сформировать наборы данных для обучения нейронной сети в основе системы мониторинга нефтедобычи</a:t>
            </a:r>
          </a:p>
          <a:p>
            <a:pPr marL="742932" lvl="1" indent="-285744"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tx2"/>
                </a:solidFill>
                <a:latin typeface="Arial Narrow" panose="020B0606020202030204" pitchFamily="34" charset="0"/>
                <a:ea typeface="+mj-ea"/>
                <a:cs typeface="+mj-cs"/>
              </a:rPr>
              <a:t>Разработать модель генерации плана нефтедобычи для оперативного управления нефтедобычей</a:t>
            </a:r>
          </a:p>
          <a:p>
            <a:pPr marL="742932" lvl="1" indent="-285744"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tx2"/>
                </a:solidFill>
                <a:latin typeface="Arial Narrow" panose="020B0606020202030204" pitchFamily="34" charset="0"/>
                <a:ea typeface="+mj-ea"/>
                <a:cs typeface="+mj-cs"/>
              </a:rPr>
              <a:t>Оценить результаты разработки подхода к автоматизации управления на основе методов искусственного интеллекта в нефтедобыче</a:t>
            </a:r>
          </a:p>
          <a:p>
            <a:pPr marL="742932" lvl="1" indent="-285744">
              <a:buFont typeface="Arial" panose="020B0604020202020204" pitchFamily="34" charset="0"/>
              <a:buChar char="•"/>
            </a:pPr>
            <a:endParaRPr lang="ru-RU" sz="1900" dirty="0">
              <a:solidFill>
                <a:srgbClr val="FF0000"/>
              </a:solidFill>
              <a:latin typeface="+mj-lt"/>
            </a:endParaRPr>
          </a:p>
          <a:p>
            <a:endParaRPr lang="ru-RU" sz="19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13345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586" y="466089"/>
            <a:ext cx="8820704" cy="1360898"/>
          </a:xfrm>
        </p:spPr>
        <p:txBody>
          <a:bodyPr>
            <a:norm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Объект и предмет исследования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607127" y="1969208"/>
            <a:ext cx="9767526" cy="442270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1800" b="1" dirty="0">
                <a:latin typeface="Arial Narrow" panose="020B0606020202030204" pitchFamily="34" charset="0"/>
              </a:rPr>
              <a:t>Объект исследования </a:t>
            </a:r>
            <a:r>
              <a:rPr lang="ru-RU" sz="1800" dirty="0">
                <a:latin typeface="Arial Narrow" panose="020B0606020202030204" pitchFamily="34" charset="0"/>
              </a:rPr>
              <a:t>– это то, что подвергается анализу или проектируется в работе; </a:t>
            </a:r>
            <a:br>
              <a:rPr lang="ru-RU" sz="1800" dirty="0">
                <a:latin typeface="Arial Narrow" panose="020B0606020202030204" pitchFamily="34" charset="0"/>
              </a:rPr>
            </a:br>
            <a:r>
              <a:rPr lang="ru-RU" sz="1800" dirty="0">
                <a:latin typeface="Arial Narrow" panose="020B0606020202030204" pitchFamily="34" charset="0"/>
              </a:rPr>
              <a:t>объектом исследования может быть </a:t>
            </a:r>
            <a:r>
              <a:rPr lang="ru-RU" sz="1800" dirty="0"/>
              <a:t>технологический или бизнес-процесс, вид или сфера деятельности…</a:t>
            </a:r>
            <a:br>
              <a:rPr lang="ru-RU" sz="1800" dirty="0">
                <a:latin typeface="Arial Narrow" panose="020B0606020202030204" pitchFamily="34" charset="0"/>
              </a:rPr>
            </a:br>
            <a:r>
              <a:rPr lang="ru-RU" sz="1800" dirty="0">
                <a:latin typeface="Arial Narrow" panose="020B0606020202030204" pitchFamily="34" charset="0"/>
              </a:rPr>
              <a:t>Объект исследования не должен быть частным, уникальным и исключительным с тем, чтобы результаты исследования можно было проецировать и на другие аналогичные объекты.</a:t>
            </a:r>
          </a:p>
          <a:p>
            <a:pPr marL="365751" lvl="1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i="1" dirty="0">
                <a:latin typeface="Arial Narrow" panose="020B0606020202030204" pitchFamily="34" charset="0"/>
              </a:rPr>
              <a:t>Объект – о чем говорится в диссертации?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1800" b="1" dirty="0">
                <a:latin typeface="Arial Narrow" panose="020B0606020202030204" pitchFamily="34" charset="0"/>
              </a:rPr>
              <a:t>Предмет исследования </a:t>
            </a:r>
            <a:r>
              <a:rPr lang="ru-RU" sz="1800" dirty="0">
                <a:latin typeface="Arial Narrow" panose="020B0606020202030204" pitchFamily="34" charset="0"/>
              </a:rPr>
              <a:t>– это тот аспект или проблематика, которые определяют цели, задачи, структуру и ожидаемые результаты исследования. Предметом могут выступать отдельные методы, модели, инструменты, используемые  в отношении объекта исследования. </a:t>
            </a:r>
            <a:br>
              <a:rPr lang="ru-RU" sz="1800" dirty="0">
                <a:latin typeface="Arial Narrow" panose="020B0606020202030204" pitchFamily="34" charset="0"/>
              </a:rPr>
            </a:br>
            <a:r>
              <a:rPr lang="ru-RU" sz="1800" dirty="0">
                <a:latin typeface="Arial Narrow" panose="020B0606020202030204" pitchFamily="34" charset="0"/>
              </a:rPr>
              <a:t>Предмет исследования должен быть максимально </a:t>
            </a:r>
            <a:r>
              <a:rPr lang="ru-RU" sz="1800" b="1" dirty="0">
                <a:latin typeface="Arial Narrow" panose="020B0606020202030204" pitchFamily="34" charset="0"/>
              </a:rPr>
              <a:t>конкретным</a:t>
            </a:r>
            <a:r>
              <a:rPr lang="ru-RU" sz="1800" dirty="0">
                <a:latin typeface="Arial Narrow" panose="020B0606020202030204" pitchFamily="34" charset="0"/>
              </a:rPr>
              <a:t>.</a:t>
            </a:r>
          </a:p>
          <a:p>
            <a:pPr marL="0" lvl="1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ru-RU" i="1" dirty="0">
                <a:latin typeface="Arial Narrow" panose="020B0606020202030204" pitchFamily="34" charset="0"/>
              </a:rPr>
              <a:t>Предмет – с какой точки зрения рассматривается объект в диссертации?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ru-RU" sz="1800" dirty="0">
              <a:latin typeface="Arial Narrow" panose="020B0606020202030204" pitchFamily="34" charset="0"/>
            </a:endParaRP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FAC3210-CAD2-460C-B86F-DD98FE62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23186" y="6427372"/>
            <a:ext cx="845178" cy="365125"/>
          </a:xfrm>
        </p:spPr>
        <p:txBody>
          <a:bodyPr/>
          <a:lstStyle/>
          <a:p>
            <a:fld id="{D91410E1-3772-4EB3-8B12-A397FF3D8C39}" type="slidenum">
              <a:rPr lang="ru-RU" sz="2400">
                <a:latin typeface="Arial Black" panose="020B0A04020102020204" pitchFamily="34" charset="0"/>
              </a:rPr>
              <a:t>13</a:t>
            </a:fld>
            <a:endParaRPr lang="ru-RU" sz="2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51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216727" y="-1086385"/>
            <a:ext cx="10959008" cy="1828800"/>
          </a:xfrm>
        </p:spPr>
        <p:txBody>
          <a:bodyPr>
            <a:norm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Примерная структура работы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-6001344" y="3035830"/>
            <a:ext cx="10160000" cy="5831417"/>
          </a:xfrm>
        </p:spPr>
        <p:txBody>
          <a:bodyPr/>
          <a:lstStyle/>
          <a:p>
            <a:endParaRPr lang="ru-RU" dirty="0"/>
          </a:p>
          <a:p>
            <a:pPr marL="609585" indent="-609585">
              <a:buAutoNum type="arabicPeriod"/>
            </a:pPr>
            <a:endParaRPr lang="ru-RU" dirty="0"/>
          </a:p>
          <a:p>
            <a:pPr marL="609585" indent="-609585">
              <a:buAutoNum type="arabicPeriod"/>
            </a:pPr>
            <a:endParaRPr lang="ru-RU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038755074"/>
              </p:ext>
            </p:extLst>
          </p:nvPr>
        </p:nvGraphicFramePr>
        <p:xfrm>
          <a:off x="1051207" y="836712"/>
          <a:ext cx="10112672" cy="5280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ight Arrow 7"/>
          <p:cNvSpPr/>
          <p:nvPr/>
        </p:nvSpPr>
        <p:spPr>
          <a:xfrm flipH="1">
            <a:off x="10312105" y="1663865"/>
            <a:ext cx="1471381" cy="771513"/>
          </a:xfrm>
          <a:prstGeom prst="rightArrow">
            <a:avLst>
              <a:gd name="adj1" fmla="val 78536"/>
              <a:gd name="adj2" fmla="val 50000"/>
            </a:avLst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6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1 глава ВКР</a:t>
            </a:r>
          </a:p>
        </p:txBody>
      </p:sp>
      <p:sp>
        <p:nvSpPr>
          <p:cNvPr id="9" name="Right Arrow 8"/>
          <p:cNvSpPr/>
          <p:nvPr/>
        </p:nvSpPr>
        <p:spPr>
          <a:xfrm flipH="1">
            <a:off x="10312105" y="2623972"/>
            <a:ext cx="1471381" cy="771513"/>
          </a:xfrm>
          <a:prstGeom prst="rightArrow">
            <a:avLst>
              <a:gd name="adj1" fmla="val 78536"/>
              <a:gd name="adj2" fmla="val 50000"/>
            </a:avLst>
          </a:prstGeom>
          <a:solidFill>
            <a:schemeClr val="accent4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6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2 глава ВКР</a:t>
            </a:r>
          </a:p>
        </p:txBody>
      </p:sp>
      <p:sp>
        <p:nvSpPr>
          <p:cNvPr id="10" name="Right Arrow 9"/>
          <p:cNvSpPr/>
          <p:nvPr/>
        </p:nvSpPr>
        <p:spPr>
          <a:xfrm flipH="1">
            <a:off x="10312105" y="3584078"/>
            <a:ext cx="1471381" cy="771513"/>
          </a:xfrm>
          <a:prstGeom prst="rightArrow">
            <a:avLst>
              <a:gd name="adj1" fmla="val 78536"/>
              <a:gd name="adj2" fmla="val 50000"/>
            </a:avLst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6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3 глава ВКР</a:t>
            </a:r>
          </a:p>
        </p:txBody>
      </p:sp>
      <p:sp>
        <p:nvSpPr>
          <p:cNvPr id="11" name="Right Arrow 10"/>
          <p:cNvSpPr/>
          <p:nvPr/>
        </p:nvSpPr>
        <p:spPr>
          <a:xfrm flipH="1">
            <a:off x="10312105" y="4558792"/>
            <a:ext cx="1471381" cy="771513"/>
          </a:xfrm>
          <a:prstGeom prst="rightArrow">
            <a:avLst>
              <a:gd name="adj1" fmla="val 78536"/>
              <a:gd name="adj2" fmla="val 50000"/>
            </a:avLst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6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4 глава ВКР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0645BD9A-56A9-4F43-AC1F-E042D8B2E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55200" y="6427372"/>
            <a:ext cx="1193799" cy="365125"/>
          </a:xfrm>
        </p:spPr>
        <p:txBody>
          <a:bodyPr/>
          <a:lstStyle/>
          <a:p>
            <a:fld id="{D91410E1-3772-4EB3-8B12-A397FF3D8C39}" type="slidenum">
              <a:rPr lang="ru-RU" sz="2400">
                <a:latin typeface="Arial Black" panose="020B0A04020102020204" pitchFamily="34" charset="0"/>
              </a:rPr>
              <a:t>14</a:t>
            </a:fld>
            <a:endParaRPr lang="ru-RU" sz="2400" dirty="0">
              <a:latin typeface="Arial Black" panose="020B0A04020102020204" pitchFamily="34" charset="0"/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5A16776-9452-8E78-F0EF-48A9A5F0F83E}"/>
              </a:ext>
            </a:extLst>
          </p:cNvPr>
          <p:cNvSpPr/>
          <p:nvPr/>
        </p:nvSpPr>
        <p:spPr>
          <a:xfrm>
            <a:off x="8327322" y="2575112"/>
            <a:ext cx="732916" cy="3288216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6867CB-4708-0B7E-F90A-ECBB977F66DD}"/>
              </a:ext>
            </a:extLst>
          </p:cNvPr>
          <p:cNvSpPr/>
          <p:nvPr/>
        </p:nvSpPr>
        <p:spPr>
          <a:xfrm>
            <a:off x="7720049" y="2177809"/>
            <a:ext cx="2184788" cy="39730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Выводы по главе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8231FA-8A9A-9A48-D064-18881C1990FC}"/>
              </a:ext>
            </a:extLst>
          </p:cNvPr>
          <p:cNvSpPr/>
          <p:nvPr/>
        </p:nvSpPr>
        <p:spPr>
          <a:xfrm>
            <a:off x="7696231" y="3079702"/>
            <a:ext cx="2184788" cy="39730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Выводы по главе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9EB5F6-A7F7-A36D-965F-83902664D9FA}"/>
              </a:ext>
            </a:extLst>
          </p:cNvPr>
          <p:cNvSpPr/>
          <p:nvPr/>
        </p:nvSpPr>
        <p:spPr>
          <a:xfrm>
            <a:off x="7696231" y="3969834"/>
            <a:ext cx="2184788" cy="39730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Выводы по главе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6B6024-47E1-E2C2-3BB3-BF5C0C0D98F7}"/>
              </a:ext>
            </a:extLst>
          </p:cNvPr>
          <p:cNvSpPr/>
          <p:nvPr/>
        </p:nvSpPr>
        <p:spPr>
          <a:xfrm>
            <a:off x="7720049" y="4859966"/>
            <a:ext cx="2184788" cy="39730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Выводы по главе</a:t>
            </a:r>
            <a:endParaRPr 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01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4" grpId="0" animBg="1"/>
      <p:bldP spid="2" grpId="0" animBg="1"/>
      <p:bldP spid="3" grpId="0" animBg="1"/>
      <p:bldP spid="4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1949" y="65503"/>
            <a:ext cx="8820704" cy="1360898"/>
          </a:xfrm>
        </p:spPr>
        <p:txBody>
          <a:bodyPr>
            <a:norm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ВВЕДЕНИЕ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694656" y="1819564"/>
            <a:ext cx="9905999" cy="4355193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667" dirty="0">
                <a:latin typeface="Arial Narrow" panose="020B0606020202030204" pitchFamily="34" charset="0"/>
              </a:rPr>
              <a:t>Актуальность темы с научной и практической точек зрения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667" dirty="0">
                <a:latin typeface="Arial Narrow" panose="020B0606020202030204" pitchFamily="34" charset="0"/>
              </a:rPr>
              <a:t>Цель и задачи исследования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667" dirty="0">
                <a:latin typeface="Arial Narrow" panose="020B0606020202030204" pitchFamily="34" charset="0"/>
              </a:rPr>
              <a:t>Гипотеза исследования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667" dirty="0">
                <a:latin typeface="Arial Narrow" panose="020B0606020202030204" pitchFamily="34" charset="0"/>
              </a:rPr>
              <a:t>Объект исследования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latin typeface="Arial Narrow" panose="020B0606020202030204" pitchFamily="34" charset="0"/>
              </a:rPr>
              <a:t>Предмет исследования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latin typeface="Arial Narrow" panose="020B0606020202030204" pitchFamily="34" charset="0"/>
              </a:rPr>
              <a:t>Теоретическая и методологическая / методическая основа исследования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latin typeface="Arial Narrow" panose="020B0606020202030204" pitchFamily="34" charset="0"/>
              </a:rPr>
              <a:t>Основные полученные результаты и их новизна/оригинальность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latin typeface="Arial Narrow" panose="020B0606020202030204" pitchFamily="34" charset="0"/>
              </a:rPr>
              <a:t>Научная и практическая значимость работы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latin typeface="Arial Narrow" panose="020B0606020202030204" pitchFamily="34" charset="0"/>
              </a:rPr>
              <a:t>Апробация и внедрение результатов работы (в т.ч. публикации)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latin typeface="Arial Narrow" panose="020B0606020202030204" pitchFamily="34" charset="0"/>
              </a:rPr>
              <a:t>Стандартное библиографическое описание (стр., рис., табл., прил.)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FAC3210-CAD2-460C-B86F-DD98FE62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23186" y="6427372"/>
            <a:ext cx="946778" cy="365125"/>
          </a:xfrm>
        </p:spPr>
        <p:txBody>
          <a:bodyPr/>
          <a:lstStyle/>
          <a:p>
            <a:fld id="{D91410E1-3772-4EB3-8B12-A397FF3D8C39}" type="slidenum">
              <a:rPr lang="ru-RU" sz="2400">
                <a:latin typeface="Arial Black" panose="020B0A04020102020204" pitchFamily="34" charset="0"/>
              </a:rPr>
              <a:t>15</a:t>
            </a:fld>
            <a:endParaRPr lang="ru-RU" sz="2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11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F5523-E44A-7D20-8F59-A8BA7717C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Оформление ВКР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D2253A-CC6D-76D1-E160-EC3BE19FF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16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C2F6DF-1E39-AAE8-B226-ACF8D6839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454" y="2132936"/>
            <a:ext cx="2937584" cy="293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591B2D9-B9C7-64F9-2FFB-F4BC2C6C4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946" y="2132928"/>
            <a:ext cx="2937600" cy="293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5FA912-A4AC-FAE2-C305-46D8E27FCAF0}"/>
              </a:ext>
            </a:extLst>
          </p:cNvPr>
          <p:cNvSpPr txBox="1"/>
          <p:nvPr/>
        </p:nvSpPr>
        <p:spPr>
          <a:xfrm>
            <a:off x="3666478" y="5231301"/>
            <a:ext cx="1837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 Narrow" panose="020B0606020202030204" pitchFamily="34" charset="0"/>
              </a:rPr>
              <a:t>Текст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2BFBD-41E8-84E8-5FC4-730F96CB5DB9}"/>
              </a:ext>
            </a:extLst>
          </p:cNvPr>
          <p:cNvSpPr txBox="1"/>
          <p:nvPr/>
        </p:nvSpPr>
        <p:spPr>
          <a:xfrm>
            <a:off x="7529744" y="5231301"/>
            <a:ext cx="1837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 Narrow" panose="020B0606020202030204" pitchFamily="34" charset="0"/>
              </a:rPr>
              <a:t>Ссылки</a:t>
            </a:r>
          </a:p>
        </p:txBody>
      </p:sp>
    </p:spTree>
    <p:extLst>
      <p:ext uri="{BB962C8B-B14F-4D97-AF65-F5344CB8AC3E}">
        <p14:creationId xmlns:p14="http://schemas.microsoft.com/office/powerpoint/2010/main" val="3078682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485FF1A-EAEC-F283-069A-4C39E1E44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2105" y="1779685"/>
            <a:ext cx="9905999" cy="451821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Сформулировать тему ВКР, обосновать ее актуальность (до 2 тыс. </a:t>
            </a:r>
            <a:r>
              <a:rPr lang="ru-RU" dirty="0" err="1">
                <a:latin typeface="Arial Narrow" panose="020B0606020202030204" pitchFamily="34" charset="0"/>
              </a:rPr>
              <a:t>п.зн</a:t>
            </a:r>
            <a:r>
              <a:rPr lang="ru-RU" dirty="0">
                <a:latin typeface="Arial Narrow" panose="020B0606020202030204" pitchFamily="34" charset="0"/>
              </a:rPr>
              <a:t>. </a:t>
            </a:r>
            <a:br>
              <a:rPr lang="ru-RU" dirty="0">
                <a:latin typeface="Arial Narrow" panose="020B0606020202030204" pitchFamily="34" charset="0"/>
              </a:rPr>
            </a:br>
            <a:r>
              <a:rPr lang="ru-RU" dirty="0">
                <a:latin typeface="Arial Narrow" panose="020B0606020202030204" pitchFamily="34" charset="0"/>
              </a:rPr>
              <a:t>с пробелами), оформить в соответствии с  ГОСТ 7.32–2017</a:t>
            </a:r>
            <a:endParaRPr lang="en-US" dirty="0">
              <a:latin typeface="Arial Narrow" panose="020B0606020202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Составить библиографию по теме ВКР (не менее 15 наименований научных и профессиональных работ) из тех публикаций, которые точно планируется использовать </a:t>
            </a:r>
            <a:br>
              <a:rPr lang="ru-RU" dirty="0">
                <a:latin typeface="Arial Narrow" panose="020B0606020202030204" pitchFamily="34" charset="0"/>
              </a:rPr>
            </a:br>
            <a:r>
              <a:rPr lang="ru-RU" dirty="0">
                <a:latin typeface="Arial Narrow" panose="020B0606020202030204" pitchFamily="34" charset="0"/>
              </a:rPr>
              <a:t>в ВКР; оформить библиографию в соответствии с ГОСТ Р 7.0.108-2022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Загрузить в </a:t>
            </a:r>
            <a:r>
              <a:rPr lang="en-US" dirty="0"/>
              <a:t>LMS</a:t>
            </a:r>
            <a:r>
              <a:rPr lang="ru-RU" dirty="0"/>
              <a:t> МАИ до 30 октября 2025 года, 23</a:t>
            </a:r>
            <a:r>
              <a:rPr lang="ru-RU" u="sng" baseline="30000" dirty="0"/>
              <a:t>50</a:t>
            </a:r>
            <a:endParaRPr lang="ru-RU" u="sng" baseline="30000" dirty="0">
              <a:latin typeface="Arial Narrow" panose="020B0606020202030204" pitchFamily="34" charset="0"/>
            </a:endParaRP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E3E9CDB-90C4-40D1-9C8D-5F153118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410E1-3772-4EB3-8B12-A397FF3D8C39}" type="slidenum">
              <a:rPr lang="ru-RU" sz="2400">
                <a:latin typeface="Arial Black" panose="020B0A04020102020204" pitchFamily="34" charset="0"/>
              </a:rPr>
              <a:t>17</a:t>
            </a:fld>
            <a:endParaRPr lang="ru-RU" sz="24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30FC2-19AC-451D-B733-183E22CB1C34}"/>
              </a:ext>
            </a:extLst>
          </p:cNvPr>
          <p:cNvSpPr txBox="1"/>
          <p:nvPr/>
        </p:nvSpPr>
        <p:spPr>
          <a:xfrm>
            <a:off x="1793910" y="920621"/>
            <a:ext cx="10398090" cy="58477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457189" lvl="1"/>
            <a:r>
              <a:rPr lang="ru-RU" sz="3200" dirty="0">
                <a:solidFill>
                  <a:schemeClr val="tx2"/>
                </a:solidFill>
                <a:latin typeface="Impact" panose="020B0806030902050204" pitchFamily="34" charset="0"/>
              </a:rPr>
              <a:t>Домашнее задание</a:t>
            </a:r>
            <a:endParaRPr lang="ru-RU" sz="32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941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485FF1A-EAEC-F283-069A-4C39E1E44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8655" y="1742739"/>
            <a:ext cx="9460344" cy="4518211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Актуальность – это обоснование выбора темы, доказательство необходимости проведения исследования, разработки решения, решения задачи и пр. Это ответ на вопрос, почему Вы выбрали именно эту тему.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Arial Narrow" panose="020B0606020202030204" pitchFamily="34" charset="0"/>
              </a:rPr>
              <a:t>Актуальность обосновывается с двух точек зрения:</a:t>
            </a:r>
          </a:p>
          <a:p>
            <a:pPr marL="285750" lvl="2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u="sng" dirty="0">
                <a:latin typeface="Arial Narrow" panose="020B0606020202030204" pitchFamily="34" charset="0"/>
              </a:rPr>
              <a:t>С точки зрения науки </a:t>
            </a:r>
            <a:r>
              <a:rPr lang="ru-RU" sz="1800" dirty="0">
                <a:latin typeface="Arial Narrow" panose="020B0606020202030204" pitchFamily="34" charset="0"/>
              </a:rPr>
              <a:t>– что нового привносится, какое приращение знаний обеспечивается (например, новый или существенно улучшенный метод, оригинальная модель объекта, новый алгоритм, применение известного метода в новой области и др.). Подтверждение обеспечивается обзором публикаций ученых и специалистов, которые пытались решить задачу другими способами и либо не добились успеха, либо результат может быть улучшен </a:t>
            </a:r>
          </a:p>
          <a:p>
            <a:pPr marL="285750" lvl="2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800" u="sng" dirty="0">
                <a:latin typeface="Arial Narrow" panose="020B0606020202030204" pitchFamily="34" charset="0"/>
              </a:rPr>
              <a:t>С точки зрения практики </a:t>
            </a:r>
            <a:r>
              <a:rPr lang="ru-RU" sz="1800" dirty="0">
                <a:latin typeface="Arial Narrow" panose="020B0606020202030204" pitchFamily="34" charset="0"/>
              </a:rPr>
              <a:t>– какой подтвержденный запрос дает общество, экономика, бизнес и пр. (например, новые потребности, возникший дефицит, рост требований к качеству и пр.).</a:t>
            </a:r>
          </a:p>
          <a:p>
            <a:pPr marL="285750" lvl="2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i="0" dirty="0"/>
              <a:t>Подтверждение обеспечивается приведенными статистическими данными (таблицы, рисунки), результатами достоверных исследований и др.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E3E9CDB-90C4-40D1-9C8D-5F153118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410E1-3772-4EB3-8B12-A397FF3D8C39}" type="slidenum">
              <a:rPr lang="ru-RU" sz="2400">
                <a:latin typeface="Arial Black" panose="020B0A04020102020204" pitchFamily="34" charset="0"/>
              </a:rPr>
              <a:t>18</a:t>
            </a:fld>
            <a:endParaRPr lang="ru-RU" sz="24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30FC2-19AC-451D-B733-183E22CB1C34}"/>
              </a:ext>
            </a:extLst>
          </p:cNvPr>
          <p:cNvSpPr txBox="1"/>
          <p:nvPr/>
        </p:nvSpPr>
        <p:spPr>
          <a:xfrm>
            <a:off x="1793910" y="920621"/>
            <a:ext cx="10398090" cy="58477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457189" lvl="1"/>
            <a:r>
              <a:rPr lang="ru-RU" sz="3200" dirty="0">
                <a:solidFill>
                  <a:schemeClr val="tx2"/>
                </a:solidFill>
                <a:latin typeface="Impact" panose="020B0806030902050204" pitchFamily="34" charset="0"/>
              </a:rPr>
              <a:t>Актуальность темы</a:t>
            </a:r>
            <a:endParaRPr lang="ru-RU" sz="3200" dirty="0">
              <a:latin typeface="Impact" panose="020B080603090205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8CD203-0709-4CFB-5B38-B617CE9195A3}"/>
              </a:ext>
            </a:extLst>
          </p:cNvPr>
          <p:cNvSpPr/>
          <p:nvPr/>
        </p:nvSpPr>
        <p:spPr>
          <a:xfrm rot="18672420">
            <a:off x="-4120448" y="735954"/>
            <a:ext cx="11168391" cy="954107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ru-RU" sz="54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Impact" panose="020B0806030902050204" pitchFamily="34" charset="0"/>
              </a:rPr>
              <a:t>БОНУС</a:t>
            </a:r>
            <a:endParaRPr lang="en-US" sz="540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718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E3E9CDB-90C4-40D1-9C8D-5F153118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410E1-3772-4EB3-8B12-A397FF3D8C39}" type="slidenum">
              <a:rPr lang="ru-RU" sz="2400">
                <a:latin typeface="Arial Black" panose="020B0A04020102020204" pitchFamily="34" charset="0"/>
              </a:rPr>
              <a:t>19</a:t>
            </a:fld>
            <a:endParaRPr lang="ru-RU" sz="24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30FC2-19AC-451D-B733-183E22CB1C34}"/>
              </a:ext>
            </a:extLst>
          </p:cNvPr>
          <p:cNvSpPr txBox="1"/>
          <p:nvPr/>
        </p:nvSpPr>
        <p:spPr>
          <a:xfrm>
            <a:off x="1793910" y="-167222"/>
            <a:ext cx="10398090" cy="2062103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457189" lvl="1"/>
            <a:r>
              <a:rPr lang="ru-RU" sz="3200" dirty="0">
                <a:solidFill>
                  <a:schemeClr val="tx2"/>
                </a:solidFill>
                <a:latin typeface="Impact" panose="020B0806030902050204" pitchFamily="34" charset="0"/>
              </a:rPr>
              <a:t>Актуальность темы</a:t>
            </a:r>
            <a:br>
              <a:rPr lang="ru-RU" sz="3200" dirty="0">
                <a:solidFill>
                  <a:schemeClr val="tx2"/>
                </a:solidFill>
                <a:latin typeface="Impact" panose="020B0806030902050204" pitchFamily="34" charset="0"/>
              </a:rPr>
            </a:br>
            <a:r>
              <a:rPr lang="ru-RU" sz="3200" dirty="0">
                <a:solidFill>
                  <a:schemeClr val="tx2"/>
                </a:solidFill>
                <a:latin typeface="Impact" panose="020B0806030902050204" pitchFamily="34" charset="0"/>
              </a:rPr>
              <a:t>«</a:t>
            </a:r>
            <a:r>
              <a:rPr lang="ru-RU" sz="3200">
                <a:solidFill>
                  <a:schemeClr val="tx2"/>
                </a:solidFill>
                <a:latin typeface="Impact" panose="020B0806030902050204" pitchFamily="34" charset="0"/>
              </a:rPr>
              <a:t>Разработка модели </a:t>
            </a:r>
            <a:r>
              <a:rPr lang="ru-RU" sz="3200" dirty="0">
                <a:solidFill>
                  <a:schemeClr val="tx2"/>
                </a:solidFill>
                <a:latin typeface="Impact" panose="020B0806030902050204" pitchFamily="34" charset="0"/>
              </a:rPr>
              <a:t>прогнозирования перспективности синтеза молекул для адаптивных стимуляторов сезонных иммуноглобулинов»</a:t>
            </a:r>
            <a:endParaRPr lang="ru-RU" sz="3200" dirty="0">
              <a:latin typeface="Impact" panose="020B080603090205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8CD203-0709-4CFB-5B38-B617CE9195A3}"/>
              </a:ext>
            </a:extLst>
          </p:cNvPr>
          <p:cNvSpPr/>
          <p:nvPr/>
        </p:nvSpPr>
        <p:spPr>
          <a:xfrm rot="18672420">
            <a:off x="-4120450" y="553470"/>
            <a:ext cx="11168391" cy="954107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ru-RU" sz="54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Impact" panose="020B0806030902050204" pitchFamily="34" charset="0"/>
              </a:rPr>
              <a:t>БОНУС</a:t>
            </a:r>
            <a:endParaRPr lang="en-US" sz="540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F57D3C-4325-2100-8919-8D3171CB5134}"/>
              </a:ext>
            </a:extLst>
          </p:cNvPr>
          <p:cNvSpPr txBox="1"/>
          <p:nvPr/>
        </p:nvSpPr>
        <p:spPr>
          <a:xfrm>
            <a:off x="7192104" y="2122113"/>
            <a:ext cx="3035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 Narrow" panose="020B0606020202030204" pitchFamily="34" charset="0"/>
              </a:rPr>
              <a:t>Согласно статистике Мирового банка, население Земли составляет более 8 млрд чел.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4998369-6F16-854A-2C9E-164FD378A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747" y="2332760"/>
            <a:ext cx="5319901" cy="32132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5D6005-F632-3A63-A2F2-8DCE17FE414C}"/>
              </a:ext>
            </a:extLst>
          </p:cNvPr>
          <p:cNvSpPr txBox="1"/>
          <p:nvPr/>
        </p:nvSpPr>
        <p:spPr>
          <a:xfrm>
            <a:off x="1463747" y="1937817"/>
            <a:ext cx="5211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 </a:t>
            </a:r>
            <a:r>
              <a:rPr lang="ru-RU" b="1" dirty="0">
                <a:latin typeface="Arial Narrow" panose="020B0606020202030204" pitchFamily="34" charset="0"/>
              </a:rPr>
              <a:t>Распространенность ринита среди населения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DCB446-0A8C-DA03-977C-A71CFE7CF291}"/>
              </a:ext>
            </a:extLst>
          </p:cNvPr>
          <p:cNvSpPr txBox="1"/>
          <p:nvPr/>
        </p:nvSpPr>
        <p:spPr>
          <a:xfrm>
            <a:off x="10088740" y="3031019"/>
            <a:ext cx="1099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Arial Narrow" panose="020B0606020202030204" pitchFamily="34" charset="0"/>
              </a:rPr>
              <a:t>www.wb.org</a:t>
            </a:r>
            <a:endParaRPr lang="ru-RU" sz="1400" i="1" dirty="0">
              <a:latin typeface="Arial Narrow" panose="020B0606020202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491AA-D0AC-E9F0-8379-133C4B1F9565}"/>
              </a:ext>
            </a:extLst>
          </p:cNvPr>
          <p:cNvSpPr txBox="1"/>
          <p:nvPr/>
        </p:nvSpPr>
        <p:spPr>
          <a:xfrm>
            <a:off x="1937182" y="5743315"/>
            <a:ext cx="4582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latin typeface="Arial Narrow" panose="020B0606020202030204" pitchFamily="34" charset="0"/>
              </a:rPr>
              <a:t>The prevalence of non-allergic rhinitis phenotypes in the general population: A cross-sectional study</a:t>
            </a:r>
          </a:p>
          <a:p>
            <a:r>
              <a:rPr lang="en-US" sz="800" i="1" dirty="0" err="1">
                <a:latin typeface="Arial Narrow" panose="020B0606020202030204" pitchFamily="34" charset="0"/>
              </a:rPr>
              <a:t>Klementina</a:t>
            </a:r>
            <a:r>
              <a:rPr lang="en-US" sz="800" i="1" dirty="0">
                <a:latin typeface="Arial Narrow" panose="020B0606020202030204" pitchFamily="34" charset="0"/>
              </a:rPr>
              <a:t> S. </a:t>
            </a:r>
            <a:r>
              <a:rPr lang="en-US" sz="800" i="1" dirty="0" err="1">
                <a:latin typeface="Arial Narrow" panose="020B0606020202030204" pitchFamily="34" charset="0"/>
              </a:rPr>
              <a:t>Avdeeva,Wytske</a:t>
            </a:r>
            <a:r>
              <a:rPr lang="en-US" sz="800" i="1" dirty="0">
                <a:latin typeface="Arial Narrow" panose="020B0606020202030204" pitchFamily="34" charset="0"/>
              </a:rPr>
              <a:t> J. </a:t>
            </a:r>
            <a:r>
              <a:rPr lang="en-US" sz="800" i="1" dirty="0" err="1">
                <a:latin typeface="Arial Narrow" panose="020B0606020202030204" pitchFamily="34" charset="0"/>
              </a:rPr>
              <a:t>Fokkens,Christine</a:t>
            </a:r>
            <a:r>
              <a:rPr lang="en-US" sz="800" i="1" dirty="0">
                <a:latin typeface="Arial Narrow" panose="020B0606020202030204" pitchFamily="34" charset="0"/>
              </a:rPr>
              <a:t> L. </a:t>
            </a:r>
            <a:r>
              <a:rPr lang="en-US" sz="800" i="1" dirty="0" err="1">
                <a:latin typeface="Arial Narrow" panose="020B0606020202030204" pitchFamily="34" charset="0"/>
              </a:rPr>
              <a:t>Segboer,Sietze</a:t>
            </a:r>
            <a:r>
              <a:rPr lang="en-US" sz="800" i="1" dirty="0">
                <a:latin typeface="Arial Narrow" panose="020B0606020202030204" pitchFamily="34" charset="0"/>
              </a:rPr>
              <a:t> </a:t>
            </a:r>
            <a:r>
              <a:rPr lang="en-US" sz="800" i="1" dirty="0" err="1">
                <a:latin typeface="Arial Narrow" panose="020B0606020202030204" pitchFamily="34" charset="0"/>
              </a:rPr>
              <a:t>Reitsma</a:t>
            </a:r>
            <a:endParaRPr lang="en-US" sz="800" i="1" dirty="0">
              <a:latin typeface="Arial Narrow" panose="020B0606020202030204" pitchFamily="34" charset="0"/>
            </a:endParaRPr>
          </a:p>
          <a:p>
            <a:r>
              <a:rPr lang="en-US" sz="800" i="1" dirty="0">
                <a:latin typeface="Arial Narrow" panose="020B0606020202030204" pitchFamily="34" charset="0"/>
              </a:rPr>
              <a:t>First published: 17 January 2022 https://doi.org/10.1111/all.15223</a:t>
            </a:r>
            <a:endParaRPr lang="ru-RU" sz="800" i="1" dirty="0">
              <a:latin typeface="Arial Narrow" panose="020B0606020202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86933C-E986-EA21-A7E3-11E9E75528DF}"/>
              </a:ext>
            </a:extLst>
          </p:cNvPr>
          <p:cNvSpPr txBox="1"/>
          <p:nvPr/>
        </p:nvSpPr>
        <p:spPr>
          <a:xfrm>
            <a:off x="7192103" y="3904563"/>
            <a:ext cx="45565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 Narrow" panose="020B0606020202030204" pitchFamily="34" charset="0"/>
              </a:rPr>
              <a:t>На долю ринита приходится не менее </a:t>
            </a:r>
            <a:br>
              <a:rPr lang="ru-RU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$</a:t>
            </a:r>
            <a:r>
              <a:rPr lang="ru-RU" dirty="0">
                <a:latin typeface="Arial Narrow" panose="020B0606020202030204" pitchFamily="34" charset="0"/>
              </a:rPr>
              <a:t>1,8 млрд в год прямых затрат на визиты </a:t>
            </a:r>
            <a:br>
              <a:rPr lang="ru-RU" dirty="0">
                <a:latin typeface="Arial Narrow" panose="020B0606020202030204" pitchFamily="34" charset="0"/>
              </a:rPr>
            </a:br>
            <a:r>
              <a:rPr lang="ru-RU" dirty="0">
                <a:latin typeface="Arial Narrow" panose="020B0606020202030204" pitchFamily="34" charset="0"/>
              </a:rPr>
              <a:t>к врачу и расходы на лекарства, или около 2,5% от ежегодных прямых затрат на респираторное лечение в размере </a:t>
            </a:r>
            <a:r>
              <a:rPr lang="en-US" dirty="0">
                <a:latin typeface="Arial Narrow" panose="020B0606020202030204" pitchFamily="34" charset="0"/>
              </a:rPr>
              <a:t>$</a:t>
            </a:r>
            <a:r>
              <a:rPr lang="ru-RU" dirty="0">
                <a:latin typeface="Arial Narrow" panose="020B0606020202030204" pitchFamily="34" charset="0"/>
              </a:rPr>
              <a:t>47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ru-RU" dirty="0">
                <a:latin typeface="Arial Narrow" panose="020B0606020202030204" pitchFamily="34" charset="0"/>
              </a:rPr>
              <a:t>млрд в США.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ECC76B-CAD3-99B5-54D8-2DA44566B91C}"/>
              </a:ext>
            </a:extLst>
          </p:cNvPr>
          <p:cNvSpPr txBox="1"/>
          <p:nvPr/>
        </p:nvSpPr>
        <p:spPr>
          <a:xfrm>
            <a:off x="8759467" y="5381891"/>
            <a:ext cx="31519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1" dirty="0">
                <a:latin typeface="Arial Narrow" panose="020B0606020202030204" pitchFamily="34" charset="0"/>
              </a:rPr>
              <a:t>Management of Allergic and Nonallergic Rhinitis: Summary</a:t>
            </a:r>
          </a:p>
          <a:p>
            <a:r>
              <a:rPr lang="en-US" sz="800" i="1" dirty="0">
                <a:latin typeface="Arial Narrow" panose="020B0606020202030204" pitchFamily="34" charset="0"/>
              </a:rPr>
              <a:t>A Long, C McFadden, D DeVine, P Chew, B </a:t>
            </a:r>
            <a:r>
              <a:rPr lang="en-US" sz="800" i="1" dirty="0" err="1">
                <a:latin typeface="Arial Narrow" panose="020B0606020202030204" pitchFamily="34" charset="0"/>
              </a:rPr>
              <a:t>Kupelnick</a:t>
            </a:r>
            <a:r>
              <a:rPr lang="en-US" sz="800" i="1" dirty="0">
                <a:latin typeface="Arial Narrow" panose="020B0606020202030204" pitchFamily="34" charset="0"/>
              </a:rPr>
              <a:t>, and J Lau.</a:t>
            </a:r>
            <a:endParaRPr lang="ru-RU" sz="800" i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251167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1738</Words>
  <Application>Microsoft Office PowerPoint</Application>
  <PresentationFormat>Widescreen</PresentationFormat>
  <Paragraphs>153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Meiryo</vt:lpstr>
      <vt:lpstr>Aptos</vt:lpstr>
      <vt:lpstr>Arial</vt:lpstr>
      <vt:lpstr>Arial Black</vt:lpstr>
      <vt:lpstr>Arial Narrow</vt:lpstr>
      <vt:lpstr>Calibri</vt:lpstr>
      <vt:lpstr>Corbel</vt:lpstr>
      <vt:lpstr>Impact</vt:lpstr>
      <vt:lpstr>Times New Roman</vt:lpstr>
      <vt:lpstr>SketchLinesVTI</vt:lpstr>
      <vt:lpstr>Семинар по подготовке выпускных квалификационных работ на программах специализированного высшего образования</vt:lpstr>
      <vt:lpstr>График подготовки ВКР</vt:lpstr>
      <vt:lpstr>Выпускная квалификационная работа – [магистерская диссертация]</vt:lpstr>
      <vt:lpstr>Выпускная квалификационная работа</vt:lpstr>
      <vt:lpstr>Тема выпускной квалификационной работы</vt:lpstr>
      <vt:lpstr>Траектории определения темы ВКР</vt:lpstr>
      <vt:lpstr>Примеры тем ВКР, которые НЕ СООТВЕТСТВУЮТ  уровню специализированного высшего образования</vt:lpstr>
      <vt:lpstr>Руководитель и консультант ВКР</vt:lpstr>
      <vt:lpstr>Формат плана ВКРМ</vt:lpstr>
      <vt:lpstr>Цель и задачи исследования</vt:lpstr>
      <vt:lpstr>Техника формулирования темы,  цели и задач исследования</vt:lpstr>
      <vt:lpstr>PowerPoint Presentation</vt:lpstr>
      <vt:lpstr>Объект и предмет исследования</vt:lpstr>
      <vt:lpstr>Примерная структура работы</vt:lpstr>
      <vt:lpstr>ВВЕДЕНИЕ</vt:lpstr>
      <vt:lpstr>Оформление ВКР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по подготовке выпускных квалификационных работ (магистерских диссертаций)</dc:title>
  <dc:creator>4562</dc:creator>
  <cp:lastModifiedBy>Svetlana Liapina</cp:lastModifiedBy>
  <cp:revision>13</cp:revision>
  <dcterms:created xsi:type="dcterms:W3CDTF">2022-10-05T02:52:37Z</dcterms:created>
  <dcterms:modified xsi:type="dcterms:W3CDTF">2025-10-24T14:41:24Z</dcterms:modified>
</cp:coreProperties>
</file>